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5" r:id="rId8"/>
    <p:sldId id="266" r:id="rId9"/>
    <p:sldId id="268" r:id="rId10"/>
    <p:sldId id="269" r:id="rId11"/>
    <p:sldId id="270" r:id="rId12"/>
    <p:sldId id="271" r:id="rId13"/>
    <p:sldId id="272" r:id="rId14"/>
    <p:sldId id="267" r:id="rId15"/>
    <p:sldId id="273" r:id="rId16"/>
    <p:sldId id="274" r:id="rId17"/>
    <p:sldId id="276" r:id="rId18"/>
    <p:sldId id="277" r:id="rId19"/>
    <p:sldId id="275" r:id="rId20"/>
    <p:sldId id="278" r:id="rId21"/>
    <p:sldId id="279" r:id="rId22"/>
    <p:sldId id="281" r:id="rId23"/>
    <p:sldId id="282" r:id="rId24"/>
    <p:sldId id="283" r:id="rId25"/>
    <p:sldId id="284" r:id="rId26"/>
    <p:sldId id="285" r:id="rId27"/>
    <p:sldId id="287" r:id="rId28"/>
    <p:sldId id="288" r:id="rId29"/>
    <p:sldId id="290" r:id="rId30"/>
    <p:sldId id="291" r:id="rId31"/>
    <p:sldId id="292" r:id="rId32"/>
    <p:sldId id="294" r:id="rId33"/>
    <p:sldId id="295" r:id="rId34"/>
    <p:sldId id="264" r:id="rId35"/>
    <p:sldId id="296" r:id="rId36"/>
    <p:sldId id="280" r:id="rId37"/>
    <p:sldId id="286" r:id="rId38"/>
    <p:sldId id="289" r:id="rId39"/>
    <p:sldId id="257" r:id="rId40"/>
    <p:sldId id="256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8F48812-B3B1-3841-8886-52AE252184F3}">
          <p14:sldIdLst>
            <p14:sldId id="258"/>
            <p14:sldId id="259"/>
            <p14:sldId id="260"/>
            <p14:sldId id="261"/>
            <p14:sldId id="262"/>
            <p14:sldId id="263"/>
            <p14:sldId id="265"/>
            <p14:sldId id="266"/>
            <p14:sldId id="268"/>
            <p14:sldId id="269"/>
            <p14:sldId id="270"/>
            <p14:sldId id="271"/>
            <p14:sldId id="272"/>
            <p14:sldId id="267"/>
            <p14:sldId id="273"/>
            <p14:sldId id="274"/>
            <p14:sldId id="276"/>
            <p14:sldId id="277"/>
            <p14:sldId id="275"/>
            <p14:sldId id="278"/>
            <p14:sldId id="279"/>
            <p14:sldId id="281"/>
            <p14:sldId id="282"/>
            <p14:sldId id="283"/>
            <p14:sldId id="284"/>
            <p14:sldId id="285"/>
            <p14:sldId id="287"/>
            <p14:sldId id="288"/>
            <p14:sldId id="290"/>
            <p14:sldId id="291"/>
            <p14:sldId id="292"/>
            <p14:sldId id="294"/>
            <p14:sldId id="295"/>
            <p14:sldId id="264"/>
            <p14:sldId id="296"/>
          </p14:sldIdLst>
        </p14:section>
        <p14:section name="Untitled Section" id="{6F57EDC9-54F1-8649-AD91-29C18F69C61D}">
          <p14:sldIdLst>
            <p14:sldId id="280"/>
            <p14:sldId id="286"/>
            <p14:sldId id="289"/>
            <p14:sldId id="257"/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7896"/>
    <a:srgbClr val="287897"/>
    <a:srgbClr val="FF1B41"/>
    <a:srgbClr val="FF004A"/>
    <a:srgbClr val="FF09B7"/>
    <a:srgbClr val="663964"/>
    <a:srgbClr val="8E0B2B"/>
    <a:srgbClr val="9C2398"/>
    <a:srgbClr val="2A1029"/>
    <a:srgbClr val="292E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0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8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DFF5D0-15A4-A947-9FB8-A657CAF7B5A9}" type="doc">
      <dgm:prSet loTypeId="urn:microsoft.com/office/officeart/2005/8/layout/cycle7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88C5374-FDEA-D545-9C52-3F987E896218}">
      <dgm:prSet phldrT="[Text]"/>
      <dgm:spPr/>
      <dgm:t>
        <a:bodyPr/>
        <a:lstStyle/>
        <a:p>
          <a:r>
            <a:rPr lang="en-US" dirty="0"/>
            <a:t>Diagram</a:t>
          </a:r>
        </a:p>
      </dgm:t>
    </dgm:pt>
    <dgm:pt modelId="{208B32BE-EFF7-9F40-8173-A23F7758B1C3}" type="parTrans" cxnId="{84B64C64-4C3A-7B47-8FCE-BFF59B2F6317}">
      <dgm:prSet/>
      <dgm:spPr/>
      <dgm:t>
        <a:bodyPr/>
        <a:lstStyle/>
        <a:p>
          <a:endParaRPr lang="en-US"/>
        </a:p>
      </dgm:t>
    </dgm:pt>
    <dgm:pt modelId="{EB2ED0AC-DF87-2949-8FB4-406D82BFEFDA}" type="sibTrans" cxnId="{84B64C64-4C3A-7B47-8FCE-BFF59B2F6317}">
      <dgm:prSet/>
      <dgm:spPr/>
      <dgm:t>
        <a:bodyPr/>
        <a:lstStyle/>
        <a:p>
          <a:endParaRPr lang="en-US"/>
        </a:p>
      </dgm:t>
    </dgm:pt>
    <dgm:pt modelId="{7922F62A-7B98-2844-B051-DF7203B1B26F}">
      <dgm:prSet phldrT="[Text]"/>
      <dgm:spPr/>
      <dgm:t>
        <a:bodyPr/>
        <a:lstStyle/>
        <a:p>
          <a:r>
            <a:rPr lang="en-US" dirty="0"/>
            <a:t>Symbolic Expression</a:t>
          </a:r>
        </a:p>
      </dgm:t>
    </dgm:pt>
    <dgm:pt modelId="{5A200C96-A4B6-2246-9CF0-ACF0446C40B2}" type="parTrans" cxnId="{D6389469-745B-9440-A340-9D4B634D5034}">
      <dgm:prSet/>
      <dgm:spPr/>
      <dgm:t>
        <a:bodyPr/>
        <a:lstStyle/>
        <a:p>
          <a:endParaRPr lang="en-US"/>
        </a:p>
      </dgm:t>
    </dgm:pt>
    <dgm:pt modelId="{9A024444-77D9-AD4C-802E-827091307D4D}" type="sibTrans" cxnId="{D6389469-745B-9440-A340-9D4B634D5034}">
      <dgm:prSet/>
      <dgm:spPr/>
      <dgm:t>
        <a:bodyPr/>
        <a:lstStyle/>
        <a:p>
          <a:endParaRPr lang="en-US"/>
        </a:p>
      </dgm:t>
    </dgm:pt>
    <dgm:pt modelId="{EBCDF458-3037-F045-8FF6-E4F585E85458}">
      <dgm:prSet phldrT="[Text]"/>
      <dgm:spPr/>
      <dgm:t>
        <a:bodyPr/>
        <a:lstStyle/>
        <a:p>
          <a:r>
            <a:rPr lang="en-US" dirty="0"/>
            <a:t>Simulation</a:t>
          </a:r>
        </a:p>
      </dgm:t>
    </dgm:pt>
    <dgm:pt modelId="{7FA06524-33D3-E048-908C-B8E9B6719749}" type="parTrans" cxnId="{DF9B7282-0FF1-794F-A40A-D9830EA26284}">
      <dgm:prSet/>
      <dgm:spPr/>
      <dgm:t>
        <a:bodyPr/>
        <a:lstStyle/>
        <a:p>
          <a:endParaRPr lang="en-US"/>
        </a:p>
      </dgm:t>
    </dgm:pt>
    <dgm:pt modelId="{B65AD985-6561-0843-928C-4DD85FFD7D0F}" type="sibTrans" cxnId="{DF9B7282-0FF1-794F-A40A-D9830EA26284}">
      <dgm:prSet/>
      <dgm:spPr/>
      <dgm:t>
        <a:bodyPr/>
        <a:lstStyle/>
        <a:p>
          <a:endParaRPr lang="en-US"/>
        </a:p>
      </dgm:t>
    </dgm:pt>
    <dgm:pt modelId="{49C24450-ACEA-704A-9B7C-21F0EA36E3BB}" type="pres">
      <dgm:prSet presAssocID="{71DFF5D0-15A4-A947-9FB8-A657CAF7B5A9}" presName="Name0" presStyleCnt="0">
        <dgm:presLayoutVars>
          <dgm:dir/>
          <dgm:resizeHandles val="exact"/>
        </dgm:presLayoutVars>
      </dgm:prSet>
      <dgm:spPr/>
    </dgm:pt>
    <dgm:pt modelId="{06C08BB5-CAF6-F14B-B5E0-520705ADA0CA}" type="pres">
      <dgm:prSet presAssocID="{E88C5374-FDEA-D545-9C52-3F987E896218}" presName="node" presStyleLbl="node1" presStyleIdx="0" presStyleCnt="3">
        <dgm:presLayoutVars>
          <dgm:bulletEnabled val="1"/>
        </dgm:presLayoutVars>
      </dgm:prSet>
      <dgm:spPr/>
    </dgm:pt>
    <dgm:pt modelId="{8187662D-9D68-8940-943E-6C281B62C988}" type="pres">
      <dgm:prSet presAssocID="{EB2ED0AC-DF87-2949-8FB4-406D82BFEFDA}" presName="sibTrans" presStyleLbl="sibTrans2D1" presStyleIdx="0" presStyleCnt="3"/>
      <dgm:spPr/>
    </dgm:pt>
    <dgm:pt modelId="{A6BE9B33-DCC4-3044-B1BB-0046C3C98588}" type="pres">
      <dgm:prSet presAssocID="{EB2ED0AC-DF87-2949-8FB4-406D82BFEFDA}" presName="connectorText" presStyleLbl="sibTrans2D1" presStyleIdx="0" presStyleCnt="3"/>
      <dgm:spPr/>
    </dgm:pt>
    <dgm:pt modelId="{A67BD570-60D2-314A-9295-177F49285752}" type="pres">
      <dgm:prSet presAssocID="{7922F62A-7B98-2844-B051-DF7203B1B26F}" presName="node" presStyleLbl="node1" presStyleIdx="1" presStyleCnt="3">
        <dgm:presLayoutVars>
          <dgm:bulletEnabled val="1"/>
        </dgm:presLayoutVars>
      </dgm:prSet>
      <dgm:spPr/>
    </dgm:pt>
    <dgm:pt modelId="{5814A48C-C8C0-8240-9FF0-E6CB1B465396}" type="pres">
      <dgm:prSet presAssocID="{9A024444-77D9-AD4C-802E-827091307D4D}" presName="sibTrans" presStyleLbl="sibTrans2D1" presStyleIdx="1" presStyleCnt="3"/>
      <dgm:spPr/>
    </dgm:pt>
    <dgm:pt modelId="{546E7DBC-A6C7-1C4B-8144-DAE3E6136DAA}" type="pres">
      <dgm:prSet presAssocID="{9A024444-77D9-AD4C-802E-827091307D4D}" presName="connectorText" presStyleLbl="sibTrans2D1" presStyleIdx="1" presStyleCnt="3"/>
      <dgm:spPr/>
    </dgm:pt>
    <dgm:pt modelId="{105359AA-C494-FB49-9513-56FBF72EDB9E}" type="pres">
      <dgm:prSet presAssocID="{EBCDF458-3037-F045-8FF6-E4F585E85458}" presName="node" presStyleLbl="node1" presStyleIdx="2" presStyleCnt="3">
        <dgm:presLayoutVars>
          <dgm:bulletEnabled val="1"/>
        </dgm:presLayoutVars>
      </dgm:prSet>
      <dgm:spPr/>
    </dgm:pt>
    <dgm:pt modelId="{EB0E44D1-E9C3-8247-95D9-910C27C93CDF}" type="pres">
      <dgm:prSet presAssocID="{B65AD985-6561-0843-928C-4DD85FFD7D0F}" presName="sibTrans" presStyleLbl="sibTrans2D1" presStyleIdx="2" presStyleCnt="3"/>
      <dgm:spPr/>
    </dgm:pt>
    <dgm:pt modelId="{A5BAF32E-ECA6-0E45-ABD0-811EB9CDD3B8}" type="pres">
      <dgm:prSet presAssocID="{B65AD985-6561-0843-928C-4DD85FFD7D0F}" presName="connectorText" presStyleLbl="sibTrans2D1" presStyleIdx="2" presStyleCnt="3"/>
      <dgm:spPr/>
    </dgm:pt>
  </dgm:ptLst>
  <dgm:cxnLst>
    <dgm:cxn modelId="{9E49F20B-7DEE-A445-92DD-4070E533A2ED}" type="presOf" srcId="{9A024444-77D9-AD4C-802E-827091307D4D}" destId="{5814A48C-C8C0-8240-9FF0-E6CB1B465396}" srcOrd="0" destOrd="0" presId="urn:microsoft.com/office/officeart/2005/8/layout/cycle7"/>
    <dgm:cxn modelId="{1EC81718-1392-D545-8349-2480935134B9}" type="presOf" srcId="{B65AD985-6561-0843-928C-4DD85FFD7D0F}" destId="{EB0E44D1-E9C3-8247-95D9-910C27C93CDF}" srcOrd="0" destOrd="0" presId="urn:microsoft.com/office/officeart/2005/8/layout/cycle7"/>
    <dgm:cxn modelId="{0CB7B01E-D285-C349-8856-1A12B128E81F}" type="presOf" srcId="{EBCDF458-3037-F045-8FF6-E4F585E85458}" destId="{105359AA-C494-FB49-9513-56FBF72EDB9E}" srcOrd="0" destOrd="0" presId="urn:microsoft.com/office/officeart/2005/8/layout/cycle7"/>
    <dgm:cxn modelId="{7EFB3521-A525-B543-B564-9B555B70C20C}" type="presOf" srcId="{71DFF5D0-15A4-A947-9FB8-A657CAF7B5A9}" destId="{49C24450-ACEA-704A-9B7C-21F0EA36E3BB}" srcOrd="0" destOrd="0" presId="urn:microsoft.com/office/officeart/2005/8/layout/cycle7"/>
    <dgm:cxn modelId="{6B49655D-0EC0-F24D-A608-573300AC3EB4}" type="presOf" srcId="{B65AD985-6561-0843-928C-4DD85FFD7D0F}" destId="{A5BAF32E-ECA6-0E45-ABD0-811EB9CDD3B8}" srcOrd="1" destOrd="0" presId="urn:microsoft.com/office/officeart/2005/8/layout/cycle7"/>
    <dgm:cxn modelId="{84B64C64-4C3A-7B47-8FCE-BFF59B2F6317}" srcId="{71DFF5D0-15A4-A947-9FB8-A657CAF7B5A9}" destId="{E88C5374-FDEA-D545-9C52-3F987E896218}" srcOrd="0" destOrd="0" parTransId="{208B32BE-EFF7-9F40-8173-A23F7758B1C3}" sibTransId="{EB2ED0AC-DF87-2949-8FB4-406D82BFEFDA}"/>
    <dgm:cxn modelId="{D6389469-745B-9440-A340-9D4B634D5034}" srcId="{71DFF5D0-15A4-A947-9FB8-A657CAF7B5A9}" destId="{7922F62A-7B98-2844-B051-DF7203B1B26F}" srcOrd="1" destOrd="0" parTransId="{5A200C96-A4B6-2246-9CF0-ACF0446C40B2}" sibTransId="{9A024444-77D9-AD4C-802E-827091307D4D}"/>
    <dgm:cxn modelId="{DF9B7282-0FF1-794F-A40A-D9830EA26284}" srcId="{71DFF5D0-15A4-A947-9FB8-A657CAF7B5A9}" destId="{EBCDF458-3037-F045-8FF6-E4F585E85458}" srcOrd="2" destOrd="0" parTransId="{7FA06524-33D3-E048-908C-B8E9B6719749}" sibTransId="{B65AD985-6561-0843-928C-4DD85FFD7D0F}"/>
    <dgm:cxn modelId="{1BD94B8D-BB0F-B64C-9950-260F14147593}" type="presOf" srcId="{7922F62A-7B98-2844-B051-DF7203B1B26F}" destId="{A67BD570-60D2-314A-9295-177F49285752}" srcOrd="0" destOrd="0" presId="urn:microsoft.com/office/officeart/2005/8/layout/cycle7"/>
    <dgm:cxn modelId="{3E0F59A3-479B-A749-BE68-D28065E6D5D8}" type="presOf" srcId="{E88C5374-FDEA-D545-9C52-3F987E896218}" destId="{06C08BB5-CAF6-F14B-B5E0-520705ADA0CA}" srcOrd="0" destOrd="0" presId="urn:microsoft.com/office/officeart/2005/8/layout/cycle7"/>
    <dgm:cxn modelId="{7DDA56AD-B400-4540-99F1-C5C37D08A5A1}" type="presOf" srcId="{EB2ED0AC-DF87-2949-8FB4-406D82BFEFDA}" destId="{A6BE9B33-DCC4-3044-B1BB-0046C3C98588}" srcOrd="1" destOrd="0" presId="urn:microsoft.com/office/officeart/2005/8/layout/cycle7"/>
    <dgm:cxn modelId="{D0DABFC8-54F4-FC41-8BED-1FD1E8CB68BE}" type="presOf" srcId="{9A024444-77D9-AD4C-802E-827091307D4D}" destId="{546E7DBC-A6C7-1C4B-8144-DAE3E6136DAA}" srcOrd="1" destOrd="0" presId="urn:microsoft.com/office/officeart/2005/8/layout/cycle7"/>
    <dgm:cxn modelId="{1EE095CC-0E4A-4D4E-A11A-FD9C4909CC94}" type="presOf" srcId="{EB2ED0AC-DF87-2949-8FB4-406D82BFEFDA}" destId="{8187662D-9D68-8940-943E-6C281B62C988}" srcOrd="0" destOrd="0" presId="urn:microsoft.com/office/officeart/2005/8/layout/cycle7"/>
    <dgm:cxn modelId="{A5F1FF85-ACF0-EB4F-8AF7-F304F239DD9A}" type="presParOf" srcId="{49C24450-ACEA-704A-9B7C-21F0EA36E3BB}" destId="{06C08BB5-CAF6-F14B-B5E0-520705ADA0CA}" srcOrd="0" destOrd="0" presId="urn:microsoft.com/office/officeart/2005/8/layout/cycle7"/>
    <dgm:cxn modelId="{8E611804-1F9E-C746-A8FD-2F2CD2407FD9}" type="presParOf" srcId="{49C24450-ACEA-704A-9B7C-21F0EA36E3BB}" destId="{8187662D-9D68-8940-943E-6C281B62C988}" srcOrd="1" destOrd="0" presId="urn:microsoft.com/office/officeart/2005/8/layout/cycle7"/>
    <dgm:cxn modelId="{06E4DDD3-0318-6049-98E2-3672D0A22FF8}" type="presParOf" srcId="{8187662D-9D68-8940-943E-6C281B62C988}" destId="{A6BE9B33-DCC4-3044-B1BB-0046C3C98588}" srcOrd="0" destOrd="0" presId="urn:microsoft.com/office/officeart/2005/8/layout/cycle7"/>
    <dgm:cxn modelId="{FB2CB7CD-0BE3-FD41-A50A-15191804056C}" type="presParOf" srcId="{49C24450-ACEA-704A-9B7C-21F0EA36E3BB}" destId="{A67BD570-60D2-314A-9295-177F49285752}" srcOrd="2" destOrd="0" presId="urn:microsoft.com/office/officeart/2005/8/layout/cycle7"/>
    <dgm:cxn modelId="{FF752FAD-3725-4745-9968-0269AE294691}" type="presParOf" srcId="{49C24450-ACEA-704A-9B7C-21F0EA36E3BB}" destId="{5814A48C-C8C0-8240-9FF0-E6CB1B465396}" srcOrd="3" destOrd="0" presId="urn:microsoft.com/office/officeart/2005/8/layout/cycle7"/>
    <dgm:cxn modelId="{607797E5-983F-D44E-B55F-074B322C2B45}" type="presParOf" srcId="{5814A48C-C8C0-8240-9FF0-E6CB1B465396}" destId="{546E7DBC-A6C7-1C4B-8144-DAE3E6136DAA}" srcOrd="0" destOrd="0" presId="urn:microsoft.com/office/officeart/2005/8/layout/cycle7"/>
    <dgm:cxn modelId="{5D1BD422-CA42-2840-87CE-7536CAE499F4}" type="presParOf" srcId="{49C24450-ACEA-704A-9B7C-21F0EA36E3BB}" destId="{105359AA-C494-FB49-9513-56FBF72EDB9E}" srcOrd="4" destOrd="0" presId="urn:microsoft.com/office/officeart/2005/8/layout/cycle7"/>
    <dgm:cxn modelId="{753E6CE5-7CC9-DC48-9AD4-4B734158960E}" type="presParOf" srcId="{49C24450-ACEA-704A-9B7C-21F0EA36E3BB}" destId="{EB0E44D1-E9C3-8247-95D9-910C27C93CDF}" srcOrd="5" destOrd="0" presId="urn:microsoft.com/office/officeart/2005/8/layout/cycle7"/>
    <dgm:cxn modelId="{BE68D9C6-AF2D-C843-86FF-97365D2BE5A8}" type="presParOf" srcId="{EB0E44D1-E9C3-8247-95D9-910C27C93CDF}" destId="{A5BAF32E-ECA6-0E45-ABD0-811EB9CDD3B8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2415DF-E577-0842-8BEA-03A99B32FE85}" type="doc">
      <dgm:prSet loTypeId="urn:microsoft.com/office/officeart/2005/8/layout/orgChart1" loCatId="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D53AE3C-4868-5341-A393-1F585F021EB8}">
      <dgm:prSet phldrT="[Text]"/>
      <dgm:spPr/>
      <dgm:t>
        <a:bodyPr/>
        <a:lstStyle/>
        <a:p>
          <a:r>
            <a:rPr lang="en-US" dirty="0"/>
            <a:t>Theory</a:t>
          </a:r>
        </a:p>
      </dgm:t>
    </dgm:pt>
    <dgm:pt modelId="{B8E4D81A-0064-F143-92A0-E5A64929B6B9}" type="parTrans" cxnId="{CB745C67-B737-2649-A4D7-B8EA5CE7D13A}">
      <dgm:prSet/>
      <dgm:spPr/>
      <dgm:t>
        <a:bodyPr/>
        <a:lstStyle/>
        <a:p>
          <a:endParaRPr lang="en-US"/>
        </a:p>
      </dgm:t>
    </dgm:pt>
    <dgm:pt modelId="{365B04A1-6107-CA45-97A5-998B335F1067}" type="sibTrans" cxnId="{CB745C67-B737-2649-A4D7-B8EA5CE7D13A}">
      <dgm:prSet/>
      <dgm:spPr/>
      <dgm:t>
        <a:bodyPr/>
        <a:lstStyle/>
        <a:p>
          <a:endParaRPr lang="en-US"/>
        </a:p>
      </dgm:t>
    </dgm:pt>
    <dgm:pt modelId="{235CBA14-5A27-2047-BFED-CBA59B1FB07B}">
      <dgm:prSet phldrT="[Text]"/>
      <dgm:spPr/>
      <dgm:t>
        <a:bodyPr/>
        <a:lstStyle/>
        <a:p>
          <a:r>
            <a:rPr lang="en-US" dirty="0"/>
            <a:t>Instance</a:t>
          </a:r>
        </a:p>
      </dgm:t>
    </dgm:pt>
    <dgm:pt modelId="{C5AA1FA8-128B-6C48-96A1-AAEBCBBE9579}" type="parTrans" cxnId="{C3CBB5AD-3B8C-CF48-803B-0B73355CFBBF}">
      <dgm:prSet/>
      <dgm:spPr/>
      <dgm:t>
        <a:bodyPr/>
        <a:lstStyle/>
        <a:p>
          <a:endParaRPr lang="en-US"/>
        </a:p>
      </dgm:t>
    </dgm:pt>
    <dgm:pt modelId="{89710E23-A7B1-4C44-B290-3A21EAFFE813}" type="sibTrans" cxnId="{C3CBB5AD-3B8C-CF48-803B-0B73355CFBBF}">
      <dgm:prSet/>
      <dgm:spPr/>
      <dgm:t>
        <a:bodyPr/>
        <a:lstStyle/>
        <a:p>
          <a:endParaRPr lang="en-US"/>
        </a:p>
      </dgm:t>
    </dgm:pt>
    <dgm:pt modelId="{BF24EE0F-3252-B74C-9FDD-2734FE65EF1D}">
      <dgm:prSet phldrT="[Text]"/>
      <dgm:spPr/>
      <dgm:t>
        <a:bodyPr/>
        <a:lstStyle/>
        <a:p>
          <a:r>
            <a:rPr lang="en-US" dirty="0"/>
            <a:t>Presentation</a:t>
          </a:r>
        </a:p>
      </dgm:t>
    </dgm:pt>
    <dgm:pt modelId="{47746DB0-CF75-1747-9E07-49A5C5510C2D}" type="parTrans" cxnId="{EF0FA408-FAE9-144C-AA14-88EC0034A219}">
      <dgm:prSet/>
      <dgm:spPr/>
      <dgm:t>
        <a:bodyPr/>
        <a:lstStyle/>
        <a:p>
          <a:endParaRPr lang="en-US"/>
        </a:p>
      </dgm:t>
    </dgm:pt>
    <dgm:pt modelId="{DE771C36-0BAD-F94E-9F10-1466E081E643}" type="sibTrans" cxnId="{EF0FA408-FAE9-144C-AA14-88EC0034A219}">
      <dgm:prSet/>
      <dgm:spPr/>
      <dgm:t>
        <a:bodyPr/>
        <a:lstStyle/>
        <a:p>
          <a:endParaRPr lang="en-US"/>
        </a:p>
      </dgm:t>
    </dgm:pt>
    <dgm:pt modelId="{81CDD790-7CF3-CB4B-BF05-7BEFBB419B4A}">
      <dgm:prSet phldrT="[Text]"/>
      <dgm:spPr/>
      <dgm:t>
        <a:bodyPr/>
        <a:lstStyle/>
        <a:p>
          <a:r>
            <a:rPr lang="en-US" dirty="0"/>
            <a:t>Implementation</a:t>
          </a:r>
        </a:p>
      </dgm:t>
    </dgm:pt>
    <dgm:pt modelId="{815AF37E-A258-434C-B893-DE7B966F35EA}" type="parTrans" cxnId="{599B7706-9DB6-4F4D-AACA-4E2D1569D338}">
      <dgm:prSet/>
      <dgm:spPr/>
      <dgm:t>
        <a:bodyPr/>
        <a:lstStyle/>
        <a:p>
          <a:endParaRPr lang="en-US"/>
        </a:p>
      </dgm:t>
    </dgm:pt>
    <dgm:pt modelId="{BD122C66-CAAE-1948-ACEF-57B6DAB79DF0}" type="sibTrans" cxnId="{599B7706-9DB6-4F4D-AACA-4E2D1569D338}">
      <dgm:prSet/>
      <dgm:spPr/>
      <dgm:t>
        <a:bodyPr/>
        <a:lstStyle/>
        <a:p>
          <a:endParaRPr lang="en-US"/>
        </a:p>
      </dgm:t>
    </dgm:pt>
    <dgm:pt modelId="{1262EEC4-454D-8E40-B5F4-FA0EBA5683F9}">
      <dgm:prSet phldrT="[Text]"/>
      <dgm:spPr/>
      <dgm:t>
        <a:bodyPr/>
        <a:lstStyle/>
        <a:p>
          <a:r>
            <a:rPr lang="en-US" dirty="0"/>
            <a:t>Syntax</a:t>
          </a:r>
        </a:p>
      </dgm:t>
    </dgm:pt>
    <dgm:pt modelId="{F352F1F2-2E20-8E48-800D-DD3B512726A0}" type="parTrans" cxnId="{139AFA47-ECD7-B443-8C99-194EEAB51691}">
      <dgm:prSet/>
      <dgm:spPr/>
      <dgm:t>
        <a:bodyPr/>
        <a:lstStyle/>
        <a:p>
          <a:endParaRPr lang="en-US"/>
        </a:p>
      </dgm:t>
    </dgm:pt>
    <dgm:pt modelId="{F782A199-2675-A244-B22E-CFB6B072F1E8}" type="sibTrans" cxnId="{139AFA47-ECD7-B443-8C99-194EEAB51691}">
      <dgm:prSet/>
      <dgm:spPr/>
      <dgm:t>
        <a:bodyPr/>
        <a:lstStyle/>
        <a:p>
          <a:endParaRPr lang="en-US"/>
        </a:p>
      </dgm:t>
    </dgm:pt>
    <dgm:pt modelId="{5945CA14-F2D4-4949-A5BF-05E65CDFF6EE}">
      <dgm:prSet phldrT="[Text]"/>
      <dgm:spPr/>
      <dgm:t>
        <a:bodyPr/>
        <a:lstStyle/>
        <a:p>
          <a:r>
            <a:rPr lang="en-US" dirty="0"/>
            <a:t>Diagram</a:t>
          </a:r>
        </a:p>
      </dgm:t>
    </dgm:pt>
    <dgm:pt modelId="{AEB82B16-F004-0845-BBDE-E777842B436F}" type="parTrans" cxnId="{199B5BFA-6FFE-8446-8487-EAB0CDC3261F}">
      <dgm:prSet/>
      <dgm:spPr/>
      <dgm:t>
        <a:bodyPr/>
        <a:lstStyle/>
        <a:p>
          <a:endParaRPr lang="en-US"/>
        </a:p>
      </dgm:t>
    </dgm:pt>
    <dgm:pt modelId="{DA865A49-5E84-1243-8B70-3C8C8951FC5A}" type="sibTrans" cxnId="{199B5BFA-6FFE-8446-8487-EAB0CDC3261F}">
      <dgm:prSet/>
      <dgm:spPr/>
      <dgm:t>
        <a:bodyPr/>
        <a:lstStyle/>
        <a:p>
          <a:endParaRPr lang="en-US"/>
        </a:p>
      </dgm:t>
    </dgm:pt>
    <dgm:pt modelId="{60204AC0-EBD9-E84E-A71B-1C293FF4BF3A}">
      <dgm:prSet phldrT="[Text]"/>
      <dgm:spPr/>
      <dgm:t>
        <a:bodyPr/>
        <a:lstStyle/>
        <a:p>
          <a:r>
            <a:rPr lang="en-US" dirty="0" err="1"/>
            <a:t>Subtheory</a:t>
          </a:r>
          <a:endParaRPr lang="en-US" dirty="0"/>
        </a:p>
      </dgm:t>
    </dgm:pt>
    <dgm:pt modelId="{70E130CE-8845-0A43-9E01-8F940ECCBE65}" type="parTrans" cxnId="{1B38C786-FEC7-C948-87E9-CD8D7352B4F2}">
      <dgm:prSet/>
      <dgm:spPr/>
      <dgm:t>
        <a:bodyPr/>
        <a:lstStyle/>
        <a:p>
          <a:endParaRPr lang="en-US"/>
        </a:p>
      </dgm:t>
    </dgm:pt>
    <dgm:pt modelId="{A8D793A2-5E85-D941-9EEA-24AC4F9D0A8E}" type="sibTrans" cxnId="{1B38C786-FEC7-C948-87E9-CD8D7352B4F2}">
      <dgm:prSet/>
      <dgm:spPr/>
      <dgm:t>
        <a:bodyPr/>
        <a:lstStyle/>
        <a:p>
          <a:endParaRPr lang="en-US"/>
        </a:p>
      </dgm:t>
    </dgm:pt>
    <dgm:pt modelId="{FACE44BE-437C-1640-880F-0589B323CD79}" type="pres">
      <dgm:prSet presAssocID="{232415DF-E577-0842-8BEA-03A99B32FE8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782FDC1-FC29-B44F-8900-B6F5D48F31C3}" type="pres">
      <dgm:prSet presAssocID="{5D53AE3C-4868-5341-A393-1F585F021EB8}" presName="hierRoot1" presStyleCnt="0">
        <dgm:presLayoutVars>
          <dgm:hierBranch val="init"/>
        </dgm:presLayoutVars>
      </dgm:prSet>
      <dgm:spPr/>
    </dgm:pt>
    <dgm:pt modelId="{B7A29929-43FA-7B4F-B2CB-E4A95A4F0E99}" type="pres">
      <dgm:prSet presAssocID="{5D53AE3C-4868-5341-A393-1F585F021EB8}" presName="rootComposite1" presStyleCnt="0"/>
      <dgm:spPr/>
    </dgm:pt>
    <dgm:pt modelId="{610C32D4-2DAE-2443-9E44-057B412DB49B}" type="pres">
      <dgm:prSet presAssocID="{5D53AE3C-4868-5341-A393-1F585F021EB8}" presName="rootText1" presStyleLbl="node0" presStyleIdx="0" presStyleCnt="1">
        <dgm:presLayoutVars>
          <dgm:chPref val="3"/>
        </dgm:presLayoutVars>
      </dgm:prSet>
      <dgm:spPr/>
    </dgm:pt>
    <dgm:pt modelId="{605FF2CC-1DF5-4E42-BBD7-E969A32F4FC6}" type="pres">
      <dgm:prSet presAssocID="{5D53AE3C-4868-5341-A393-1F585F021EB8}" presName="rootConnector1" presStyleLbl="node1" presStyleIdx="0" presStyleCnt="0"/>
      <dgm:spPr/>
    </dgm:pt>
    <dgm:pt modelId="{6B8C5F80-4C34-8A43-BD03-D8B608CA5986}" type="pres">
      <dgm:prSet presAssocID="{5D53AE3C-4868-5341-A393-1F585F021EB8}" presName="hierChild2" presStyleCnt="0"/>
      <dgm:spPr/>
    </dgm:pt>
    <dgm:pt modelId="{A919899B-D8B9-4B46-91A3-2C3C576204B1}" type="pres">
      <dgm:prSet presAssocID="{C5AA1FA8-128B-6C48-96A1-AAEBCBBE9579}" presName="Name37" presStyleLbl="parChTrans1D2" presStyleIdx="0" presStyleCnt="4"/>
      <dgm:spPr/>
    </dgm:pt>
    <dgm:pt modelId="{EB0D8FB3-824D-0648-B167-5A6CEB428B2E}" type="pres">
      <dgm:prSet presAssocID="{235CBA14-5A27-2047-BFED-CBA59B1FB07B}" presName="hierRoot2" presStyleCnt="0">
        <dgm:presLayoutVars>
          <dgm:hierBranch val="init"/>
        </dgm:presLayoutVars>
      </dgm:prSet>
      <dgm:spPr/>
    </dgm:pt>
    <dgm:pt modelId="{BACDC828-9185-7642-8B48-1B5D0C3E96AE}" type="pres">
      <dgm:prSet presAssocID="{235CBA14-5A27-2047-BFED-CBA59B1FB07B}" presName="rootComposite" presStyleCnt="0"/>
      <dgm:spPr/>
    </dgm:pt>
    <dgm:pt modelId="{C84C6551-46D4-444C-B016-9E61593FA704}" type="pres">
      <dgm:prSet presAssocID="{235CBA14-5A27-2047-BFED-CBA59B1FB07B}" presName="rootText" presStyleLbl="node2" presStyleIdx="0" presStyleCnt="4">
        <dgm:presLayoutVars>
          <dgm:chPref val="3"/>
        </dgm:presLayoutVars>
      </dgm:prSet>
      <dgm:spPr/>
    </dgm:pt>
    <dgm:pt modelId="{41A56823-04BA-C44F-A6AD-C36ACF97DF7F}" type="pres">
      <dgm:prSet presAssocID="{235CBA14-5A27-2047-BFED-CBA59B1FB07B}" presName="rootConnector" presStyleLbl="node2" presStyleIdx="0" presStyleCnt="4"/>
      <dgm:spPr/>
    </dgm:pt>
    <dgm:pt modelId="{E83DC0E7-18E5-D94E-97F1-5EC143997889}" type="pres">
      <dgm:prSet presAssocID="{235CBA14-5A27-2047-BFED-CBA59B1FB07B}" presName="hierChild4" presStyleCnt="0"/>
      <dgm:spPr/>
    </dgm:pt>
    <dgm:pt modelId="{0A8EBE7B-3E7A-0A48-A3D3-6A7A3DBC51A0}" type="pres">
      <dgm:prSet presAssocID="{47746DB0-CF75-1747-9E07-49A5C5510C2D}" presName="Name37" presStyleLbl="parChTrans1D3" presStyleIdx="0" presStyleCnt="2"/>
      <dgm:spPr/>
    </dgm:pt>
    <dgm:pt modelId="{8E1AD16D-1F09-7B41-BACE-12F32B942320}" type="pres">
      <dgm:prSet presAssocID="{BF24EE0F-3252-B74C-9FDD-2734FE65EF1D}" presName="hierRoot2" presStyleCnt="0">
        <dgm:presLayoutVars>
          <dgm:hierBranch val="init"/>
        </dgm:presLayoutVars>
      </dgm:prSet>
      <dgm:spPr/>
    </dgm:pt>
    <dgm:pt modelId="{F0D9FE6F-8B0E-3745-807D-581CD4B19ED8}" type="pres">
      <dgm:prSet presAssocID="{BF24EE0F-3252-B74C-9FDD-2734FE65EF1D}" presName="rootComposite" presStyleCnt="0"/>
      <dgm:spPr/>
    </dgm:pt>
    <dgm:pt modelId="{FA2B4741-1DF4-4E43-9ADA-848AC5386346}" type="pres">
      <dgm:prSet presAssocID="{BF24EE0F-3252-B74C-9FDD-2734FE65EF1D}" presName="rootText" presStyleLbl="node3" presStyleIdx="0" presStyleCnt="2">
        <dgm:presLayoutVars>
          <dgm:chPref val="3"/>
        </dgm:presLayoutVars>
      </dgm:prSet>
      <dgm:spPr/>
    </dgm:pt>
    <dgm:pt modelId="{0380B9E1-DDAD-3646-B1B4-7DBB50FD4202}" type="pres">
      <dgm:prSet presAssocID="{BF24EE0F-3252-B74C-9FDD-2734FE65EF1D}" presName="rootConnector" presStyleLbl="node3" presStyleIdx="0" presStyleCnt="2"/>
      <dgm:spPr/>
    </dgm:pt>
    <dgm:pt modelId="{A97770B1-789F-EC4B-BA20-EED2A2DF3593}" type="pres">
      <dgm:prSet presAssocID="{BF24EE0F-3252-B74C-9FDD-2734FE65EF1D}" presName="hierChild4" presStyleCnt="0"/>
      <dgm:spPr/>
    </dgm:pt>
    <dgm:pt modelId="{A1692751-A6F4-E549-BE5F-EE5A3E35A818}" type="pres">
      <dgm:prSet presAssocID="{BF24EE0F-3252-B74C-9FDD-2734FE65EF1D}" presName="hierChild5" presStyleCnt="0"/>
      <dgm:spPr/>
    </dgm:pt>
    <dgm:pt modelId="{6E5F84D3-94C0-DF49-8ECB-908CC99516A7}" type="pres">
      <dgm:prSet presAssocID="{815AF37E-A258-434C-B893-DE7B966F35EA}" presName="Name37" presStyleLbl="parChTrans1D3" presStyleIdx="1" presStyleCnt="2"/>
      <dgm:spPr/>
    </dgm:pt>
    <dgm:pt modelId="{B330A4A8-94A6-5D43-87F6-3EE20253CEE7}" type="pres">
      <dgm:prSet presAssocID="{81CDD790-7CF3-CB4B-BF05-7BEFBB419B4A}" presName="hierRoot2" presStyleCnt="0">
        <dgm:presLayoutVars>
          <dgm:hierBranch val="init"/>
        </dgm:presLayoutVars>
      </dgm:prSet>
      <dgm:spPr/>
    </dgm:pt>
    <dgm:pt modelId="{D5581281-2125-554C-9859-48B81F8DBAFA}" type="pres">
      <dgm:prSet presAssocID="{81CDD790-7CF3-CB4B-BF05-7BEFBB419B4A}" presName="rootComposite" presStyleCnt="0"/>
      <dgm:spPr/>
    </dgm:pt>
    <dgm:pt modelId="{98060E02-4E9C-D543-9329-16DC5A04016E}" type="pres">
      <dgm:prSet presAssocID="{81CDD790-7CF3-CB4B-BF05-7BEFBB419B4A}" presName="rootText" presStyleLbl="node3" presStyleIdx="1" presStyleCnt="2">
        <dgm:presLayoutVars>
          <dgm:chPref val="3"/>
        </dgm:presLayoutVars>
      </dgm:prSet>
      <dgm:spPr/>
    </dgm:pt>
    <dgm:pt modelId="{A8021ACA-1D1E-CE44-AE3C-7187CAD39A3C}" type="pres">
      <dgm:prSet presAssocID="{81CDD790-7CF3-CB4B-BF05-7BEFBB419B4A}" presName="rootConnector" presStyleLbl="node3" presStyleIdx="1" presStyleCnt="2"/>
      <dgm:spPr/>
    </dgm:pt>
    <dgm:pt modelId="{3AE05CBA-310D-2041-993D-EE08DA5B1E87}" type="pres">
      <dgm:prSet presAssocID="{81CDD790-7CF3-CB4B-BF05-7BEFBB419B4A}" presName="hierChild4" presStyleCnt="0"/>
      <dgm:spPr/>
    </dgm:pt>
    <dgm:pt modelId="{B0E91F88-A64B-874B-9B0A-EE18B5735C89}" type="pres">
      <dgm:prSet presAssocID="{81CDD790-7CF3-CB4B-BF05-7BEFBB419B4A}" presName="hierChild5" presStyleCnt="0"/>
      <dgm:spPr/>
    </dgm:pt>
    <dgm:pt modelId="{7E7B8A17-AFFD-AD4D-AA73-86B22956A04E}" type="pres">
      <dgm:prSet presAssocID="{235CBA14-5A27-2047-BFED-CBA59B1FB07B}" presName="hierChild5" presStyleCnt="0"/>
      <dgm:spPr/>
    </dgm:pt>
    <dgm:pt modelId="{43C64C42-7C43-B644-9854-6C4B4EC3970F}" type="pres">
      <dgm:prSet presAssocID="{F352F1F2-2E20-8E48-800D-DD3B512726A0}" presName="Name37" presStyleLbl="parChTrans1D2" presStyleIdx="1" presStyleCnt="4"/>
      <dgm:spPr/>
    </dgm:pt>
    <dgm:pt modelId="{A73666ED-1E78-6149-A1CD-26005DBBAA06}" type="pres">
      <dgm:prSet presAssocID="{1262EEC4-454D-8E40-B5F4-FA0EBA5683F9}" presName="hierRoot2" presStyleCnt="0">
        <dgm:presLayoutVars>
          <dgm:hierBranch val="init"/>
        </dgm:presLayoutVars>
      </dgm:prSet>
      <dgm:spPr/>
    </dgm:pt>
    <dgm:pt modelId="{A5E29858-856D-3D4D-B4F9-A1D9AF21DC28}" type="pres">
      <dgm:prSet presAssocID="{1262EEC4-454D-8E40-B5F4-FA0EBA5683F9}" presName="rootComposite" presStyleCnt="0"/>
      <dgm:spPr/>
    </dgm:pt>
    <dgm:pt modelId="{3F9DCC81-EFA8-1042-9FA5-B5FC54081667}" type="pres">
      <dgm:prSet presAssocID="{1262EEC4-454D-8E40-B5F4-FA0EBA5683F9}" presName="rootText" presStyleLbl="node2" presStyleIdx="1" presStyleCnt="4">
        <dgm:presLayoutVars>
          <dgm:chPref val="3"/>
        </dgm:presLayoutVars>
      </dgm:prSet>
      <dgm:spPr/>
    </dgm:pt>
    <dgm:pt modelId="{D4529C8C-DBB6-E748-8175-9BB341C71870}" type="pres">
      <dgm:prSet presAssocID="{1262EEC4-454D-8E40-B5F4-FA0EBA5683F9}" presName="rootConnector" presStyleLbl="node2" presStyleIdx="1" presStyleCnt="4"/>
      <dgm:spPr/>
    </dgm:pt>
    <dgm:pt modelId="{8FA033EB-39ED-D346-BD04-ED249622B082}" type="pres">
      <dgm:prSet presAssocID="{1262EEC4-454D-8E40-B5F4-FA0EBA5683F9}" presName="hierChild4" presStyleCnt="0"/>
      <dgm:spPr/>
    </dgm:pt>
    <dgm:pt modelId="{899F3A7E-DBC2-7F44-80CA-300175153845}" type="pres">
      <dgm:prSet presAssocID="{1262EEC4-454D-8E40-B5F4-FA0EBA5683F9}" presName="hierChild5" presStyleCnt="0"/>
      <dgm:spPr/>
    </dgm:pt>
    <dgm:pt modelId="{C90BAC98-4CCD-464E-924D-C1DD7ED1C339}" type="pres">
      <dgm:prSet presAssocID="{AEB82B16-F004-0845-BBDE-E777842B436F}" presName="Name37" presStyleLbl="parChTrans1D2" presStyleIdx="2" presStyleCnt="4"/>
      <dgm:spPr/>
    </dgm:pt>
    <dgm:pt modelId="{1AE5FABD-4DA3-B343-8854-16670C62F59B}" type="pres">
      <dgm:prSet presAssocID="{5945CA14-F2D4-4949-A5BF-05E65CDFF6EE}" presName="hierRoot2" presStyleCnt="0">
        <dgm:presLayoutVars>
          <dgm:hierBranch val="init"/>
        </dgm:presLayoutVars>
      </dgm:prSet>
      <dgm:spPr/>
    </dgm:pt>
    <dgm:pt modelId="{43B5E068-D0B2-244F-8427-3E2DA50EF859}" type="pres">
      <dgm:prSet presAssocID="{5945CA14-F2D4-4949-A5BF-05E65CDFF6EE}" presName="rootComposite" presStyleCnt="0"/>
      <dgm:spPr/>
    </dgm:pt>
    <dgm:pt modelId="{F3A8DF77-9125-F14A-8AAD-B6BEEBFFB656}" type="pres">
      <dgm:prSet presAssocID="{5945CA14-F2D4-4949-A5BF-05E65CDFF6EE}" presName="rootText" presStyleLbl="node2" presStyleIdx="2" presStyleCnt="4">
        <dgm:presLayoutVars>
          <dgm:chPref val="3"/>
        </dgm:presLayoutVars>
      </dgm:prSet>
      <dgm:spPr/>
    </dgm:pt>
    <dgm:pt modelId="{057AD43F-363A-A84A-8601-95AC18B188C6}" type="pres">
      <dgm:prSet presAssocID="{5945CA14-F2D4-4949-A5BF-05E65CDFF6EE}" presName="rootConnector" presStyleLbl="node2" presStyleIdx="2" presStyleCnt="4"/>
      <dgm:spPr/>
    </dgm:pt>
    <dgm:pt modelId="{2B295454-7F58-CB4C-9D62-8181415306C7}" type="pres">
      <dgm:prSet presAssocID="{5945CA14-F2D4-4949-A5BF-05E65CDFF6EE}" presName="hierChild4" presStyleCnt="0"/>
      <dgm:spPr/>
    </dgm:pt>
    <dgm:pt modelId="{DC79756D-3CE2-224A-BB9E-1E02FA0A2E26}" type="pres">
      <dgm:prSet presAssocID="{5945CA14-F2D4-4949-A5BF-05E65CDFF6EE}" presName="hierChild5" presStyleCnt="0"/>
      <dgm:spPr/>
    </dgm:pt>
    <dgm:pt modelId="{3CF2CE3D-8BC0-0141-87F9-567D7EEF5425}" type="pres">
      <dgm:prSet presAssocID="{70E130CE-8845-0A43-9E01-8F940ECCBE65}" presName="Name37" presStyleLbl="parChTrans1D2" presStyleIdx="3" presStyleCnt="4"/>
      <dgm:spPr/>
    </dgm:pt>
    <dgm:pt modelId="{984E7B26-581E-1E4E-83F8-059AFB5413F5}" type="pres">
      <dgm:prSet presAssocID="{60204AC0-EBD9-E84E-A71B-1C293FF4BF3A}" presName="hierRoot2" presStyleCnt="0">
        <dgm:presLayoutVars>
          <dgm:hierBranch val="init"/>
        </dgm:presLayoutVars>
      </dgm:prSet>
      <dgm:spPr/>
    </dgm:pt>
    <dgm:pt modelId="{B70A6B7B-608C-6C4C-A901-AF8810380E0A}" type="pres">
      <dgm:prSet presAssocID="{60204AC0-EBD9-E84E-A71B-1C293FF4BF3A}" presName="rootComposite" presStyleCnt="0"/>
      <dgm:spPr/>
    </dgm:pt>
    <dgm:pt modelId="{29C005C8-334E-E64E-9E56-74BA5065CEF6}" type="pres">
      <dgm:prSet presAssocID="{60204AC0-EBD9-E84E-A71B-1C293FF4BF3A}" presName="rootText" presStyleLbl="node2" presStyleIdx="3" presStyleCnt="4">
        <dgm:presLayoutVars>
          <dgm:chPref val="3"/>
        </dgm:presLayoutVars>
      </dgm:prSet>
      <dgm:spPr/>
    </dgm:pt>
    <dgm:pt modelId="{26459D68-C6F1-BC42-932D-23E0D3E78F0C}" type="pres">
      <dgm:prSet presAssocID="{60204AC0-EBD9-E84E-A71B-1C293FF4BF3A}" presName="rootConnector" presStyleLbl="node2" presStyleIdx="3" presStyleCnt="4"/>
      <dgm:spPr/>
    </dgm:pt>
    <dgm:pt modelId="{90FEF1C6-A5D8-C144-BD20-2F53597BD2FD}" type="pres">
      <dgm:prSet presAssocID="{60204AC0-EBD9-E84E-A71B-1C293FF4BF3A}" presName="hierChild4" presStyleCnt="0"/>
      <dgm:spPr/>
    </dgm:pt>
    <dgm:pt modelId="{2F3FD577-C913-A649-A19F-401D9206A01B}" type="pres">
      <dgm:prSet presAssocID="{60204AC0-EBD9-E84E-A71B-1C293FF4BF3A}" presName="hierChild5" presStyleCnt="0"/>
      <dgm:spPr/>
    </dgm:pt>
    <dgm:pt modelId="{BF06ED07-9175-0C4B-BF0A-8165CBB0A597}" type="pres">
      <dgm:prSet presAssocID="{5D53AE3C-4868-5341-A393-1F585F021EB8}" presName="hierChild3" presStyleCnt="0"/>
      <dgm:spPr/>
    </dgm:pt>
  </dgm:ptLst>
  <dgm:cxnLst>
    <dgm:cxn modelId="{599B7706-9DB6-4F4D-AACA-4E2D1569D338}" srcId="{235CBA14-5A27-2047-BFED-CBA59B1FB07B}" destId="{81CDD790-7CF3-CB4B-BF05-7BEFBB419B4A}" srcOrd="1" destOrd="0" parTransId="{815AF37E-A258-434C-B893-DE7B966F35EA}" sibTransId="{BD122C66-CAAE-1948-ACEF-57B6DAB79DF0}"/>
    <dgm:cxn modelId="{EF0FA408-FAE9-144C-AA14-88EC0034A219}" srcId="{235CBA14-5A27-2047-BFED-CBA59B1FB07B}" destId="{BF24EE0F-3252-B74C-9FDD-2734FE65EF1D}" srcOrd="0" destOrd="0" parTransId="{47746DB0-CF75-1747-9E07-49A5C5510C2D}" sibTransId="{DE771C36-0BAD-F94E-9F10-1466E081E643}"/>
    <dgm:cxn modelId="{5EA87C0C-E7B3-6846-8A8E-CA54F29B23A9}" type="presOf" srcId="{5D53AE3C-4868-5341-A393-1F585F021EB8}" destId="{610C32D4-2DAE-2443-9E44-057B412DB49B}" srcOrd="0" destOrd="0" presId="urn:microsoft.com/office/officeart/2005/8/layout/orgChart1"/>
    <dgm:cxn modelId="{229CC710-D4E4-074D-9DD4-4A940F62C68F}" type="presOf" srcId="{1262EEC4-454D-8E40-B5F4-FA0EBA5683F9}" destId="{3F9DCC81-EFA8-1042-9FA5-B5FC54081667}" srcOrd="0" destOrd="0" presId="urn:microsoft.com/office/officeart/2005/8/layout/orgChart1"/>
    <dgm:cxn modelId="{10EE4015-82F9-4B46-8B3E-5059670138B5}" type="presOf" srcId="{47746DB0-CF75-1747-9E07-49A5C5510C2D}" destId="{0A8EBE7B-3E7A-0A48-A3D3-6A7A3DBC51A0}" srcOrd="0" destOrd="0" presId="urn:microsoft.com/office/officeart/2005/8/layout/orgChart1"/>
    <dgm:cxn modelId="{D091A929-FED7-E641-AEA3-AE15489D3C91}" type="presOf" srcId="{5D53AE3C-4868-5341-A393-1F585F021EB8}" destId="{605FF2CC-1DF5-4E42-BBD7-E969A32F4FC6}" srcOrd="1" destOrd="0" presId="urn:microsoft.com/office/officeart/2005/8/layout/orgChart1"/>
    <dgm:cxn modelId="{4FA18737-D95F-4541-ADBF-1AD01F6CDE09}" type="presOf" srcId="{BF24EE0F-3252-B74C-9FDD-2734FE65EF1D}" destId="{0380B9E1-DDAD-3646-B1B4-7DBB50FD4202}" srcOrd="1" destOrd="0" presId="urn:microsoft.com/office/officeart/2005/8/layout/orgChart1"/>
    <dgm:cxn modelId="{C4092447-668C-944B-A4FD-8F20B6D54879}" type="presOf" srcId="{232415DF-E577-0842-8BEA-03A99B32FE85}" destId="{FACE44BE-437C-1640-880F-0589B323CD79}" srcOrd="0" destOrd="0" presId="urn:microsoft.com/office/officeart/2005/8/layout/orgChart1"/>
    <dgm:cxn modelId="{139AFA47-ECD7-B443-8C99-194EEAB51691}" srcId="{5D53AE3C-4868-5341-A393-1F585F021EB8}" destId="{1262EEC4-454D-8E40-B5F4-FA0EBA5683F9}" srcOrd="1" destOrd="0" parTransId="{F352F1F2-2E20-8E48-800D-DD3B512726A0}" sibTransId="{F782A199-2675-A244-B22E-CFB6B072F1E8}"/>
    <dgm:cxn modelId="{6227644A-A9D5-3841-B452-8E0B433AF3E9}" type="presOf" srcId="{5945CA14-F2D4-4949-A5BF-05E65CDFF6EE}" destId="{F3A8DF77-9125-F14A-8AAD-B6BEEBFFB656}" srcOrd="0" destOrd="0" presId="urn:microsoft.com/office/officeart/2005/8/layout/orgChart1"/>
    <dgm:cxn modelId="{95415D53-B090-BB40-ADF0-EE01AD8C592E}" type="presOf" srcId="{AEB82B16-F004-0845-BBDE-E777842B436F}" destId="{C90BAC98-4CCD-464E-924D-C1DD7ED1C339}" srcOrd="0" destOrd="0" presId="urn:microsoft.com/office/officeart/2005/8/layout/orgChart1"/>
    <dgm:cxn modelId="{A37D3360-2FC6-FE45-BA9E-1AA8015B4548}" type="presOf" srcId="{60204AC0-EBD9-E84E-A71B-1C293FF4BF3A}" destId="{26459D68-C6F1-BC42-932D-23E0D3E78F0C}" srcOrd="1" destOrd="0" presId="urn:microsoft.com/office/officeart/2005/8/layout/orgChart1"/>
    <dgm:cxn modelId="{CB745C67-B737-2649-A4D7-B8EA5CE7D13A}" srcId="{232415DF-E577-0842-8BEA-03A99B32FE85}" destId="{5D53AE3C-4868-5341-A393-1F585F021EB8}" srcOrd="0" destOrd="0" parTransId="{B8E4D81A-0064-F143-92A0-E5A64929B6B9}" sibTransId="{365B04A1-6107-CA45-97A5-998B335F1067}"/>
    <dgm:cxn modelId="{0AE8E47C-6DCD-914C-B75C-ACB49AADC809}" type="presOf" srcId="{1262EEC4-454D-8E40-B5F4-FA0EBA5683F9}" destId="{D4529C8C-DBB6-E748-8175-9BB341C71870}" srcOrd="1" destOrd="0" presId="urn:microsoft.com/office/officeart/2005/8/layout/orgChart1"/>
    <dgm:cxn modelId="{1B38C786-FEC7-C948-87E9-CD8D7352B4F2}" srcId="{5D53AE3C-4868-5341-A393-1F585F021EB8}" destId="{60204AC0-EBD9-E84E-A71B-1C293FF4BF3A}" srcOrd="3" destOrd="0" parTransId="{70E130CE-8845-0A43-9E01-8F940ECCBE65}" sibTransId="{A8D793A2-5E85-D941-9EEA-24AC4F9D0A8E}"/>
    <dgm:cxn modelId="{7B3E4198-3F39-4A45-94D9-D66BBF009A16}" type="presOf" srcId="{60204AC0-EBD9-E84E-A71B-1C293FF4BF3A}" destId="{29C005C8-334E-E64E-9E56-74BA5065CEF6}" srcOrd="0" destOrd="0" presId="urn:microsoft.com/office/officeart/2005/8/layout/orgChart1"/>
    <dgm:cxn modelId="{3761DCAA-7900-3E46-9863-3420DB97A98D}" type="presOf" srcId="{70E130CE-8845-0A43-9E01-8F940ECCBE65}" destId="{3CF2CE3D-8BC0-0141-87F9-567D7EEF5425}" srcOrd="0" destOrd="0" presId="urn:microsoft.com/office/officeart/2005/8/layout/orgChart1"/>
    <dgm:cxn modelId="{C3CBB5AD-3B8C-CF48-803B-0B73355CFBBF}" srcId="{5D53AE3C-4868-5341-A393-1F585F021EB8}" destId="{235CBA14-5A27-2047-BFED-CBA59B1FB07B}" srcOrd="0" destOrd="0" parTransId="{C5AA1FA8-128B-6C48-96A1-AAEBCBBE9579}" sibTransId="{89710E23-A7B1-4C44-B290-3A21EAFFE813}"/>
    <dgm:cxn modelId="{FB6580AE-940B-DE40-A378-8D6D2FD09F5D}" type="presOf" srcId="{81CDD790-7CF3-CB4B-BF05-7BEFBB419B4A}" destId="{A8021ACA-1D1E-CE44-AE3C-7187CAD39A3C}" srcOrd="1" destOrd="0" presId="urn:microsoft.com/office/officeart/2005/8/layout/orgChart1"/>
    <dgm:cxn modelId="{56BF46B5-B0E7-A844-8C9A-C8610A223B2E}" type="presOf" srcId="{815AF37E-A258-434C-B893-DE7B966F35EA}" destId="{6E5F84D3-94C0-DF49-8ECB-908CC99516A7}" srcOrd="0" destOrd="0" presId="urn:microsoft.com/office/officeart/2005/8/layout/orgChart1"/>
    <dgm:cxn modelId="{CE1DDDC3-409D-F647-92EA-526A04E28252}" type="presOf" srcId="{235CBA14-5A27-2047-BFED-CBA59B1FB07B}" destId="{41A56823-04BA-C44F-A6AD-C36ACF97DF7F}" srcOrd="1" destOrd="0" presId="urn:microsoft.com/office/officeart/2005/8/layout/orgChart1"/>
    <dgm:cxn modelId="{4B170ECD-7686-0442-9763-C0C755C14E61}" type="presOf" srcId="{C5AA1FA8-128B-6C48-96A1-AAEBCBBE9579}" destId="{A919899B-D8B9-4B46-91A3-2C3C576204B1}" srcOrd="0" destOrd="0" presId="urn:microsoft.com/office/officeart/2005/8/layout/orgChart1"/>
    <dgm:cxn modelId="{8270B2CE-E60C-904B-A398-0BCCBB4DFAC6}" type="presOf" srcId="{81CDD790-7CF3-CB4B-BF05-7BEFBB419B4A}" destId="{98060E02-4E9C-D543-9329-16DC5A04016E}" srcOrd="0" destOrd="0" presId="urn:microsoft.com/office/officeart/2005/8/layout/orgChart1"/>
    <dgm:cxn modelId="{E302D8D3-21D7-A04E-8892-749A68B028CE}" type="presOf" srcId="{F352F1F2-2E20-8E48-800D-DD3B512726A0}" destId="{43C64C42-7C43-B644-9854-6C4B4EC3970F}" srcOrd="0" destOrd="0" presId="urn:microsoft.com/office/officeart/2005/8/layout/orgChart1"/>
    <dgm:cxn modelId="{973BB1E3-E822-EC4E-9F1C-9EE493BBAFA6}" type="presOf" srcId="{235CBA14-5A27-2047-BFED-CBA59B1FB07B}" destId="{C84C6551-46D4-444C-B016-9E61593FA704}" srcOrd="0" destOrd="0" presId="urn:microsoft.com/office/officeart/2005/8/layout/orgChart1"/>
    <dgm:cxn modelId="{124F4AF0-6726-7D4D-8CA0-76A271247656}" type="presOf" srcId="{5945CA14-F2D4-4949-A5BF-05E65CDFF6EE}" destId="{057AD43F-363A-A84A-8601-95AC18B188C6}" srcOrd="1" destOrd="0" presId="urn:microsoft.com/office/officeart/2005/8/layout/orgChart1"/>
    <dgm:cxn modelId="{3782A5F0-CE5F-4545-B7F1-63728E40F939}" type="presOf" srcId="{BF24EE0F-3252-B74C-9FDD-2734FE65EF1D}" destId="{FA2B4741-1DF4-4E43-9ADA-848AC5386346}" srcOrd="0" destOrd="0" presId="urn:microsoft.com/office/officeart/2005/8/layout/orgChart1"/>
    <dgm:cxn modelId="{199B5BFA-6FFE-8446-8487-EAB0CDC3261F}" srcId="{5D53AE3C-4868-5341-A393-1F585F021EB8}" destId="{5945CA14-F2D4-4949-A5BF-05E65CDFF6EE}" srcOrd="2" destOrd="0" parTransId="{AEB82B16-F004-0845-BBDE-E777842B436F}" sibTransId="{DA865A49-5E84-1243-8B70-3C8C8951FC5A}"/>
    <dgm:cxn modelId="{3A59674D-5248-1646-9F91-D138EA2E3C40}" type="presParOf" srcId="{FACE44BE-437C-1640-880F-0589B323CD79}" destId="{2782FDC1-FC29-B44F-8900-B6F5D48F31C3}" srcOrd="0" destOrd="0" presId="urn:microsoft.com/office/officeart/2005/8/layout/orgChart1"/>
    <dgm:cxn modelId="{D86B20E0-E8F9-B94D-A43F-ED4EAECFE15F}" type="presParOf" srcId="{2782FDC1-FC29-B44F-8900-B6F5D48F31C3}" destId="{B7A29929-43FA-7B4F-B2CB-E4A95A4F0E99}" srcOrd="0" destOrd="0" presId="urn:microsoft.com/office/officeart/2005/8/layout/orgChart1"/>
    <dgm:cxn modelId="{D9C0F51B-9FCC-1C46-B76D-D3D4EE6164C2}" type="presParOf" srcId="{B7A29929-43FA-7B4F-B2CB-E4A95A4F0E99}" destId="{610C32D4-2DAE-2443-9E44-057B412DB49B}" srcOrd="0" destOrd="0" presId="urn:microsoft.com/office/officeart/2005/8/layout/orgChart1"/>
    <dgm:cxn modelId="{76B19FA6-1A03-1D4D-84B9-0855984DE2DA}" type="presParOf" srcId="{B7A29929-43FA-7B4F-B2CB-E4A95A4F0E99}" destId="{605FF2CC-1DF5-4E42-BBD7-E969A32F4FC6}" srcOrd="1" destOrd="0" presId="urn:microsoft.com/office/officeart/2005/8/layout/orgChart1"/>
    <dgm:cxn modelId="{50DF72A9-A539-D948-B090-1F0792CAA179}" type="presParOf" srcId="{2782FDC1-FC29-B44F-8900-B6F5D48F31C3}" destId="{6B8C5F80-4C34-8A43-BD03-D8B608CA5986}" srcOrd="1" destOrd="0" presId="urn:microsoft.com/office/officeart/2005/8/layout/orgChart1"/>
    <dgm:cxn modelId="{C68E6817-9737-3343-9D83-7CF92C8EFE08}" type="presParOf" srcId="{6B8C5F80-4C34-8A43-BD03-D8B608CA5986}" destId="{A919899B-D8B9-4B46-91A3-2C3C576204B1}" srcOrd="0" destOrd="0" presId="urn:microsoft.com/office/officeart/2005/8/layout/orgChart1"/>
    <dgm:cxn modelId="{FB37AB3C-34BB-C746-89E6-5C182D38754D}" type="presParOf" srcId="{6B8C5F80-4C34-8A43-BD03-D8B608CA5986}" destId="{EB0D8FB3-824D-0648-B167-5A6CEB428B2E}" srcOrd="1" destOrd="0" presId="urn:microsoft.com/office/officeart/2005/8/layout/orgChart1"/>
    <dgm:cxn modelId="{C2541151-3356-B14C-8CE0-89460D0F76AD}" type="presParOf" srcId="{EB0D8FB3-824D-0648-B167-5A6CEB428B2E}" destId="{BACDC828-9185-7642-8B48-1B5D0C3E96AE}" srcOrd="0" destOrd="0" presId="urn:microsoft.com/office/officeart/2005/8/layout/orgChart1"/>
    <dgm:cxn modelId="{1CDEBC87-63D4-A640-B3B0-956267483516}" type="presParOf" srcId="{BACDC828-9185-7642-8B48-1B5D0C3E96AE}" destId="{C84C6551-46D4-444C-B016-9E61593FA704}" srcOrd="0" destOrd="0" presId="urn:microsoft.com/office/officeart/2005/8/layout/orgChart1"/>
    <dgm:cxn modelId="{6C23B035-4EE2-D14A-BBA9-4E80AA80C390}" type="presParOf" srcId="{BACDC828-9185-7642-8B48-1B5D0C3E96AE}" destId="{41A56823-04BA-C44F-A6AD-C36ACF97DF7F}" srcOrd="1" destOrd="0" presId="urn:microsoft.com/office/officeart/2005/8/layout/orgChart1"/>
    <dgm:cxn modelId="{D9184B1E-9E12-C946-AECD-9684C3251EF0}" type="presParOf" srcId="{EB0D8FB3-824D-0648-B167-5A6CEB428B2E}" destId="{E83DC0E7-18E5-D94E-97F1-5EC143997889}" srcOrd="1" destOrd="0" presId="urn:microsoft.com/office/officeart/2005/8/layout/orgChart1"/>
    <dgm:cxn modelId="{10F07CD1-C943-124B-9D59-70829942A6D1}" type="presParOf" srcId="{E83DC0E7-18E5-D94E-97F1-5EC143997889}" destId="{0A8EBE7B-3E7A-0A48-A3D3-6A7A3DBC51A0}" srcOrd="0" destOrd="0" presId="urn:microsoft.com/office/officeart/2005/8/layout/orgChart1"/>
    <dgm:cxn modelId="{E42D5B02-BDD6-2946-A32B-7FA0C060AF17}" type="presParOf" srcId="{E83DC0E7-18E5-D94E-97F1-5EC143997889}" destId="{8E1AD16D-1F09-7B41-BACE-12F32B942320}" srcOrd="1" destOrd="0" presId="urn:microsoft.com/office/officeart/2005/8/layout/orgChart1"/>
    <dgm:cxn modelId="{0F820A32-ACBB-BD46-AEA1-872246A87522}" type="presParOf" srcId="{8E1AD16D-1F09-7B41-BACE-12F32B942320}" destId="{F0D9FE6F-8B0E-3745-807D-581CD4B19ED8}" srcOrd="0" destOrd="0" presId="urn:microsoft.com/office/officeart/2005/8/layout/orgChart1"/>
    <dgm:cxn modelId="{F5B8D5E4-D20A-9C4D-B7CA-690D0031F6B4}" type="presParOf" srcId="{F0D9FE6F-8B0E-3745-807D-581CD4B19ED8}" destId="{FA2B4741-1DF4-4E43-9ADA-848AC5386346}" srcOrd="0" destOrd="0" presId="urn:microsoft.com/office/officeart/2005/8/layout/orgChart1"/>
    <dgm:cxn modelId="{E33D9DC8-1087-CC48-8D06-3A705C3BAACF}" type="presParOf" srcId="{F0D9FE6F-8B0E-3745-807D-581CD4B19ED8}" destId="{0380B9E1-DDAD-3646-B1B4-7DBB50FD4202}" srcOrd="1" destOrd="0" presId="urn:microsoft.com/office/officeart/2005/8/layout/orgChart1"/>
    <dgm:cxn modelId="{D094A20A-EBC6-4E4B-808A-6834A81F826E}" type="presParOf" srcId="{8E1AD16D-1F09-7B41-BACE-12F32B942320}" destId="{A97770B1-789F-EC4B-BA20-EED2A2DF3593}" srcOrd="1" destOrd="0" presId="urn:microsoft.com/office/officeart/2005/8/layout/orgChart1"/>
    <dgm:cxn modelId="{0DF60BF4-9F22-6745-8071-268A9C817D67}" type="presParOf" srcId="{8E1AD16D-1F09-7B41-BACE-12F32B942320}" destId="{A1692751-A6F4-E549-BE5F-EE5A3E35A818}" srcOrd="2" destOrd="0" presId="urn:microsoft.com/office/officeart/2005/8/layout/orgChart1"/>
    <dgm:cxn modelId="{4D52F1B7-B4CE-BF41-B6B9-E84F9E74A94A}" type="presParOf" srcId="{E83DC0E7-18E5-D94E-97F1-5EC143997889}" destId="{6E5F84D3-94C0-DF49-8ECB-908CC99516A7}" srcOrd="2" destOrd="0" presId="urn:microsoft.com/office/officeart/2005/8/layout/orgChart1"/>
    <dgm:cxn modelId="{29A8A7F6-7C43-F14A-9090-3C40CAF73090}" type="presParOf" srcId="{E83DC0E7-18E5-D94E-97F1-5EC143997889}" destId="{B330A4A8-94A6-5D43-87F6-3EE20253CEE7}" srcOrd="3" destOrd="0" presId="urn:microsoft.com/office/officeart/2005/8/layout/orgChart1"/>
    <dgm:cxn modelId="{AA5170F1-CD10-9B44-BE76-327BD26CC16C}" type="presParOf" srcId="{B330A4A8-94A6-5D43-87F6-3EE20253CEE7}" destId="{D5581281-2125-554C-9859-48B81F8DBAFA}" srcOrd="0" destOrd="0" presId="urn:microsoft.com/office/officeart/2005/8/layout/orgChart1"/>
    <dgm:cxn modelId="{C8C43075-76A9-7648-8A39-6433549C01A0}" type="presParOf" srcId="{D5581281-2125-554C-9859-48B81F8DBAFA}" destId="{98060E02-4E9C-D543-9329-16DC5A04016E}" srcOrd="0" destOrd="0" presId="urn:microsoft.com/office/officeart/2005/8/layout/orgChart1"/>
    <dgm:cxn modelId="{D23A7159-B185-6E4E-BB76-3AE471B0E0C2}" type="presParOf" srcId="{D5581281-2125-554C-9859-48B81F8DBAFA}" destId="{A8021ACA-1D1E-CE44-AE3C-7187CAD39A3C}" srcOrd="1" destOrd="0" presId="urn:microsoft.com/office/officeart/2005/8/layout/orgChart1"/>
    <dgm:cxn modelId="{F73D5220-4082-154B-A043-0FA823F904C9}" type="presParOf" srcId="{B330A4A8-94A6-5D43-87F6-3EE20253CEE7}" destId="{3AE05CBA-310D-2041-993D-EE08DA5B1E87}" srcOrd="1" destOrd="0" presId="urn:microsoft.com/office/officeart/2005/8/layout/orgChart1"/>
    <dgm:cxn modelId="{DC70C94D-4A29-9349-AB26-DC81912A8073}" type="presParOf" srcId="{B330A4A8-94A6-5D43-87F6-3EE20253CEE7}" destId="{B0E91F88-A64B-874B-9B0A-EE18B5735C89}" srcOrd="2" destOrd="0" presId="urn:microsoft.com/office/officeart/2005/8/layout/orgChart1"/>
    <dgm:cxn modelId="{25E720FB-32C7-674A-985D-1F362718D7F2}" type="presParOf" srcId="{EB0D8FB3-824D-0648-B167-5A6CEB428B2E}" destId="{7E7B8A17-AFFD-AD4D-AA73-86B22956A04E}" srcOrd="2" destOrd="0" presId="urn:microsoft.com/office/officeart/2005/8/layout/orgChart1"/>
    <dgm:cxn modelId="{D7E56DC6-4B7D-BB40-B940-C3235217360D}" type="presParOf" srcId="{6B8C5F80-4C34-8A43-BD03-D8B608CA5986}" destId="{43C64C42-7C43-B644-9854-6C4B4EC3970F}" srcOrd="2" destOrd="0" presId="urn:microsoft.com/office/officeart/2005/8/layout/orgChart1"/>
    <dgm:cxn modelId="{C0757E86-E33E-CE4B-A9B3-48D8A69E30F5}" type="presParOf" srcId="{6B8C5F80-4C34-8A43-BD03-D8B608CA5986}" destId="{A73666ED-1E78-6149-A1CD-26005DBBAA06}" srcOrd="3" destOrd="0" presId="urn:microsoft.com/office/officeart/2005/8/layout/orgChart1"/>
    <dgm:cxn modelId="{A97A8706-1F25-AF49-9846-70F3617BA66B}" type="presParOf" srcId="{A73666ED-1E78-6149-A1CD-26005DBBAA06}" destId="{A5E29858-856D-3D4D-B4F9-A1D9AF21DC28}" srcOrd="0" destOrd="0" presId="urn:microsoft.com/office/officeart/2005/8/layout/orgChart1"/>
    <dgm:cxn modelId="{82161B38-7567-C84D-871B-A5B550F844D7}" type="presParOf" srcId="{A5E29858-856D-3D4D-B4F9-A1D9AF21DC28}" destId="{3F9DCC81-EFA8-1042-9FA5-B5FC54081667}" srcOrd="0" destOrd="0" presId="urn:microsoft.com/office/officeart/2005/8/layout/orgChart1"/>
    <dgm:cxn modelId="{32CD8E1B-E0F2-EF4A-ACFB-969EB23B08A9}" type="presParOf" srcId="{A5E29858-856D-3D4D-B4F9-A1D9AF21DC28}" destId="{D4529C8C-DBB6-E748-8175-9BB341C71870}" srcOrd="1" destOrd="0" presId="urn:microsoft.com/office/officeart/2005/8/layout/orgChart1"/>
    <dgm:cxn modelId="{27FEE691-E773-C149-812F-907E436616FC}" type="presParOf" srcId="{A73666ED-1E78-6149-A1CD-26005DBBAA06}" destId="{8FA033EB-39ED-D346-BD04-ED249622B082}" srcOrd="1" destOrd="0" presId="urn:microsoft.com/office/officeart/2005/8/layout/orgChart1"/>
    <dgm:cxn modelId="{06E27F8E-023B-1445-87D1-C94B8AE77AF1}" type="presParOf" srcId="{A73666ED-1E78-6149-A1CD-26005DBBAA06}" destId="{899F3A7E-DBC2-7F44-80CA-300175153845}" srcOrd="2" destOrd="0" presId="urn:microsoft.com/office/officeart/2005/8/layout/orgChart1"/>
    <dgm:cxn modelId="{0B3499AC-9193-C84E-BF6B-21921ACB516A}" type="presParOf" srcId="{6B8C5F80-4C34-8A43-BD03-D8B608CA5986}" destId="{C90BAC98-4CCD-464E-924D-C1DD7ED1C339}" srcOrd="4" destOrd="0" presId="urn:microsoft.com/office/officeart/2005/8/layout/orgChart1"/>
    <dgm:cxn modelId="{10CAB6D1-3477-9B43-A071-69E301A24FF3}" type="presParOf" srcId="{6B8C5F80-4C34-8A43-BD03-D8B608CA5986}" destId="{1AE5FABD-4DA3-B343-8854-16670C62F59B}" srcOrd="5" destOrd="0" presId="urn:microsoft.com/office/officeart/2005/8/layout/orgChart1"/>
    <dgm:cxn modelId="{A88256AF-DED8-A846-803D-C23764CE337C}" type="presParOf" srcId="{1AE5FABD-4DA3-B343-8854-16670C62F59B}" destId="{43B5E068-D0B2-244F-8427-3E2DA50EF859}" srcOrd="0" destOrd="0" presId="urn:microsoft.com/office/officeart/2005/8/layout/orgChart1"/>
    <dgm:cxn modelId="{04B79EE6-47AB-2B4E-B89A-6544B7E0F726}" type="presParOf" srcId="{43B5E068-D0B2-244F-8427-3E2DA50EF859}" destId="{F3A8DF77-9125-F14A-8AAD-B6BEEBFFB656}" srcOrd="0" destOrd="0" presId="urn:microsoft.com/office/officeart/2005/8/layout/orgChart1"/>
    <dgm:cxn modelId="{60BB86C1-4271-D646-81CE-7425978C3083}" type="presParOf" srcId="{43B5E068-D0B2-244F-8427-3E2DA50EF859}" destId="{057AD43F-363A-A84A-8601-95AC18B188C6}" srcOrd="1" destOrd="0" presId="urn:microsoft.com/office/officeart/2005/8/layout/orgChart1"/>
    <dgm:cxn modelId="{0C55F3C4-1D8D-5B40-98A1-A368EDDEDC7E}" type="presParOf" srcId="{1AE5FABD-4DA3-B343-8854-16670C62F59B}" destId="{2B295454-7F58-CB4C-9D62-8181415306C7}" srcOrd="1" destOrd="0" presId="urn:microsoft.com/office/officeart/2005/8/layout/orgChart1"/>
    <dgm:cxn modelId="{5AA0935A-DB66-F74A-9844-77EA72B4F0DD}" type="presParOf" srcId="{1AE5FABD-4DA3-B343-8854-16670C62F59B}" destId="{DC79756D-3CE2-224A-BB9E-1E02FA0A2E26}" srcOrd="2" destOrd="0" presId="urn:microsoft.com/office/officeart/2005/8/layout/orgChart1"/>
    <dgm:cxn modelId="{7C925F99-2E07-6648-AABA-5F390F683A76}" type="presParOf" srcId="{6B8C5F80-4C34-8A43-BD03-D8B608CA5986}" destId="{3CF2CE3D-8BC0-0141-87F9-567D7EEF5425}" srcOrd="6" destOrd="0" presId="urn:microsoft.com/office/officeart/2005/8/layout/orgChart1"/>
    <dgm:cxn modelId="{658C4BBD-B405-1947-A61E-F5DD7654A74D}" type="presParOf" srcId="{6B8C5F80-4C34-8A43-BD03-D8B608CA5986}" destId="{984E7B26-581E-1E4E-83F8-059AFB5413F5}" srcOrd="7" destOrd="0" presId="urn:microsoft.com/office/officeart/2005/8/layout/orgChart1"/>
    <dgm:cxn modelId="{2C2E3110-21B4-C74A-A924-3DD512FC231D}" type="presParOf" srcId="{984E7B26-581E-1E4E-83F8-059AFB5413F5}" destId="{B70A6B7B-608C-6C4C-A901-AF8810380E0A}" srcOrd="0" destOrd="0" presId="urn:microsoft.com/office/officeart/2005/8/layout/orgChart1"/>
    <dgm:cxn modelId="{47BC5F5D-9C53-434C-B72C-DF52D1FF7D4B}" type="presParOf" srcId="{B70A6B7B-608C-6C4C-A901-AF8810380E0A}" destId="{29C005C8-334E-E64E-9E56-74BA5065CEF6}" srcOrd="0" destOrd="0" presId="urn:microsoft.com/office/officeart/2005/8/layout/orgChart1"/>
    <dgm:cxn modelId="{5B5977B5-AE0D-C64F-82B8-2C44B5D1B2A9}" type="presParOf" srcId="{B70A6B7B-608C-6C4C-A901-AF8810380E0A}" destId="{26459D68-C6F1-BC42-932D-23E0D3E78F0C}" srcOrd="1" destOrd="0" presId="urn:microsoft.com/office/officeart/2005/8/layout/orgChart1"/>
    <dgm:cxn modelId="{A3C4A5D1-8920-674B-A775-93202E58E23B}" type="presParOf" srcId="{984E7B26-581E-1E4E-83F8-059AFB5413F5}" destId="{90FEF1C6-A5D8-C144-BD20-2F53597BD2FD}" srcOrd="1" destOrd="0" presId="urn:microsoft.com/office/officeart/2005/8/layout/orgChart1"/>
    <dgm:cxn modelId="{9183E70C-3253-DF4A-BDEA-C41C8ED9753F}" type="presParOf" srcId="{984E7B26-581E-1E4E-83F8-059AFB5413F5}" destId="{2F3FD577-C913-A649-A19F-401D9206A01B}" srcOrd="2" destOrd="0" presId="urn:microsoft.com/office/officeart/2005/8/layout/orgChart1"/>
    <dgm:cxn modelId="{F61D937D-48E3-9E4C-8F90-2A670EC5F081}" type="presParOf" srcId="{2782FDC1-FC29-B44F-8900-B6F5D48F31C3}" destId="{BF06ED07-9175-0C4B-BF0A-8165CBB0A59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08BB5-CAF6-F14B-B5E0-520705ADA0CA}">
      <dsp:nvSpPr>
        <dsp:cNvPr id="0" name=""/>
        <dsp:cNvSpPr/>
      </dsp:nvSpPr>
      <dsp:spPr>
        <a:xfrm>
          <a:off x="2661046" y="1572"/>
          <a:ext cx="2805906" cy="140295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Diagram</a:t>
          </a:r>
        </a:p>
      </dsp:txBody>
      <dsp:txXfrm>
        <a:off x="2702137" y="42663"/>
        <a:ext cx="2723724" cy="1320771"/>
      </dsp:txXfrm>
    </dsp:sp>
    <dsp:sp modelId="{8187662D-9D68-8940-943E-6C281B62C988}">
      <dsp:nvSpPr>
        <dsp:cNvPr id="0" name=""/>
        <dsp:cNvSpPr/>
      </dsp:nvSpPr>
      <dsp:spPr>
        <a:xfrm rot="3600000">
          <a:off x="4491365" y="2463816"/>
          <a:ext cx="1461927" cy="491033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4638675" y="2562023"/>
        <a:ext cx="1167307" cy="294619"/>
      </dsp:txXfrm>
    </dsp:sp>
    <dsp:sp modelId="{A67BD570-60D2-314A-9295-177F49285752}">
      <dsp:nvSpPr>
        <dsp:cNvPr id="0" name=""/>
        <dsp:cNvSpPr/>
      </dsp:nvSpPr>
      <dsp:spPr>
        <a:xfrm>
          <a:off x="4977704" y="4014141"/>
          <a:ext cx="2805906" cy="140295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Symbolic Expression</a:t>
          </a:r>
        </a:p>
      </dsp:txBody>
      <dsp:txXfrm>
        <a:off x="5018795" y="4055232"/>
        <a:ext cx="2723724" cy="1320771"/>
      </dsp:txXfrm>
    </dsp:sp>
    <dsp:sp modelId="{5814A48C-C8C0-8240-9FF0-E6CB1B465396}">
      <dsp:nvSpPr>
        <dsp:cNvPr id="0" name=""/>
        <dsp:cNvSpPr/>
      </dsp:nvSpPr>
      <dsp:spPr>
        <a:xfrm rot="10800000">
          <a:off x="3333036" y="4470101"/>
          <a:ext cx="1461927" cy="491033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10800000">
        <a:off x="3480346" y="4568308"/>
        <a:ext cx="1167307" cy="294619"/>
      </dsp:txXfrm>
    </dsp:sp>
    <dsp:sp modelId="{105359AA-C494-FB49-9513-56FBF72EDB9E}">
      <dsp:nvSpPr>
        <dsp:cNvPr id="0" name=""/>
        <dsp:cNvSpPr/>
      </dsp:nvSpPr>
      <dsp:spPr>
        <a:xfrm>
          <a:off x="344389" y="4014141"/>
          <a:ext cx="2805906" cy="140295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Simulation</a:t>
          </a:r>
        </a:p>
      </dsp:txBody>
      <dsp:txXfrm>
        <a:off x="385480" y="4055232"/>
        <a:ext cx="2723724" cy="1320771"/>
      </dsp:txXfrm>
    </dsp:sp>
    <dsp:sp modelId="{EB0E44D1-E9C3-8247-95D9-910C27C93CDF}">
      <dsp:nvSpPr>
        <dsp:cNvPr id="0" name=""/>
        <dsp:cNvSpPr/>
      </dsp:nvSpPr>
      <dsp:spPr>
        <a:xfrm rot="18000000">
          <a:off x="2174707" y="2463816"/>
          <a:ext cx="1461927" cy="491033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2322017" y="2562023"/>
        <a:ext cx="1167307" cy="2946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F2CE3D-8BC0-0141-87F9-567D7EEF5425}">
      <dsp:nvSpPr>
        <dsp:cNvPr id="0" name=""/>
        <dsp:cNvSpPr/>
      </dsp:nvSpPr>
      <dsp:spPr>
        <a:xfrm>
          <a:off x="4064000" y="1280075"/>
          <a:ext cx="3182949" cy="3682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137"/>
              </a:lnTo>
              <a:lnTo>
                <a:pt x="3182949" y="184137"/>
              </a:lnTo>
              <a:lnTo>
                <a:pt x="3182949" y="36827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0BAC98-4CCD-464E-924D-C1DD7ED1C339}">
      <dsp:nvSpPr>
        <dsp:cNvPr id="0" name=""/>
        <dsp:cNvSpPr/>
      </dsp:nvSpPr>
      <dsp:spPr>
        <a:xfrm>
          <a:off x="4064000" y="1280075"/>
          <a:ext cx="1060983" cy="3682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137"/>
              </a:lnTo>
              <a:lnTo>
                <a:pt x="1060983" y="184137"/>
              </a:lnTo>
              <a:lnTo>
                <a:pt x="1060983" y="36827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C64C42-7C43-B644-9854-6C4B4EC3970F}">
      <dsp:nvSpPr>
        <dsp:cNvPr id="0" name=""/>
        <dsp:cNvSpPr/>
      </dsp:nvSpPr>
      <dsp:spPr>
        <a:xfrm>
          <a:off x="3003016" y="1280075"/>
          <a:ext cx="1060983" cy="368275"/>
        </a:xfrm>
        <a:custGeom>
          <a:avLst/>
          <a:gdLst/>
          <a:ahLst/>
          <a:cxnLst/>
          <a:rect l="0" t="0" r="0" b="0"/>
          <a:pathLst>
            <a:path>
              <a:moveTo>
                <a:pt x="1060983" y="0"/>
              </a:moveTo>
              <a:lnTo>
                <a:pt x="1060983" y="184137"/>
              </a:lnTo>
              <a:lnTo>
                <a:pt x="0" y="184137"/>
              </a:lnTo>
              <a:lnTo>
                <a:pt x="0" y="36827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5F84D3-94C0-DF49-8ECB-908CC99516A7}">
      <dsp:nvSpPr>
        <dsp:cNvPr id="0" name=""/>
        <dsp:cNvSpPr/>
      </dsp:nvSpPr>
      <dsp:spPr>
        <a:xfrm>
          <a:off x="179573" y="2525195"/>
          <a:ext cx="263053" cy="20518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1818"/>
              </a:lnTo>
              <a:lnTo>
                <a:pt x="263053" y="205181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8EBE7B-3E7A-0A48-A3D3-6A7A3DBC51A0}">
      <dsp:nvSpPr>
        <dsp:cNvPr id="0" name=""/>
        <dsp:cNvSpPr/>
      </dsp:nvSpPr>
      <dsp:spPr>
        <a:xfrm>
          <a:off x="179573" y="2525195"/>
          <a:ext cx="263053" cy="8066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6698"/>
              </a:lnTo>
              <a:lnTo>
                <a:pt x="263053" y="80669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19899B-D8B9-4B46-91A3-2C3C576204B1}">
      <dsp:nvSpPr>
        <dsp:cNvPr id="0" name=""/>
        <dsp:cNvSpPr/>
      </dsp:nvSpPr>
      <dsp:spPr>
        <a:xfrm>
          <a:off x="881050" y="1280075"/>
          <a:ext cx="3182949" cy="368275"/>
        </a:xfrm>
        <a:custGeom>
          <a:avLst/>
          <a:gdLst/>
          <a:ahLst/>
          <a:cxnLst/>
          <a:rect l="0" t="0" r="0" b="0"/>
          <a:pathLst>
            <a:path>
              <a:moveTo>
                <a:pt x="3182949" y="0"/>
              </a:moveTo>
              <a:lnTo>
                <a:pt x="3182949" y="184137"/>
              </a:lnTo>
              <a:lnTo>
                <a:pt x="0" y="184137"/>
              </a:lnTo>
              <a:lnTo>
                <a:pt x="0" y="36827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0C32D4-2DAE-2443-9E44-057B412DB49B}">
      <dsp:nvSpPr>
        <dsp:cNvPr id="0" name=""/>
        <dsp:cNvSpPr/>
      </dsp:nvSpPr>
      <dsp:spPr>
        <a:xfrm>
          <a:off x="3187154" y="403229"/>
          <a:ext cx="1753691" cy="87684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Theory</a:t>
          </a:r>
        </a:p>
      </dsp:txBody>
      <dsp:txXfrm>
        <a:off x="3187154" y="403229"/>
        <a:ext cx="1753691" cy="876845"/>
      </dsp:txXfrm>
    </dsp:sp>
    <dsp:sp modelId="{C84C6551-46D4-444C-B016-9E61593FA704}">
      <dsp:nvSpPr>
        <dsp:cNvPr id="0" name=""/>
        <dsp:cNvSpPr/>
      </dsp:nvSpPr>
      <dsp:spPr>
        <a:xfrm>
          <a:off x="4204" y="1648350"/>
          <a:ext cx="1753691" cy="87684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Instance</a:t>
          </a:r>
        </a:p>
      </dsp:txBody>
      <dsp:txXfrm>
        <a:off x="4204" y="1648350"/>
        <a:ext cx="1753691" cy="876845"/>
      </dsp:txXfrm>
    </dsp:sp>
    <dsp:sp modelId="{FA2B4741-1DF4-4E43-9ADA-848AC5386346}">
      <dsp:nvSpPr>
        <dsp:cNvPr id="0" name=""/>
        <dsp:cNvSpPr/>
      </dsp:nvSpPr>
      <dsp:spPr>
        <a:xfrm>
          <a:off x="442627" y="2893471"/>
          <a:ext cx="1753691" cy="87684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Presentation</a:t>
          </a:r>
        </a:p>
      </dsp:txBody>
      <dsp:txXfrm>
        <a:off x="442627" y="2893471"/>
        <a:ext cx="1753691" cy="876845"/>
      </dsp:txXfrm>
    </dsp:sp>
    <dsp:sp modelId="{98060E02-4E9C-D543-9329-16DC5A04016E}">
      <dsp:nvSpPr>
        <dsp:cNvPr id="0" name=""/>
        <dsp:cNvSpPr/>
      </dsp:nvSpPr>
      <dsp:spPr>
        <a:xfrm>
          <a:off x="442627" y="4138591"/>
          <a:ext cx="1753691" cy="87684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Implementation</a:t>
          </a:r>
        </a:p>
      </dsp:txBody>
      <dsp:txXfrm>
        <a:off x="442627" y="4138591"/>
        <a:ext cx="1753691" cy="876845"/>
      </dsp:txXfrm>
    </dsp:sp>
    <dsp:sp modelId="{3F9DCC81-EFA8-1042-9FA5-B5FC54081667}">
      <dsp:nvSpPr>
        <dsp:cNvPr id="0" name=""/>
        <dsp:cNvSpPr/>
      </dsp:nvSpPr>
      <dsp:spPr>
        <a:xfrm>
          <a:off x="2126170" y="1648350"/>
          <a:ext cx="1753691" cy="87684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Syntax</a:t>
          </a:r>
        </a:p>
      </dsp:txBody>
      <dsp:txXfrm>
        <a:off x="2126170" y="1648350"/>
        <a:ext cx="1753691" cy="876845"/>
      </dsp:txXfrm>
    </dsp:sp>
    <dsp:sp modelId="{F3A8DF77-9125-F14A-8AAD-B6BEEBFFB656}">
      <dsp:nvSpPr>
        <dsp:cNvPr id="0" name=""/>
        <dsp:cNvSpPr/>
      </dsp:nvSpPr>
      <dsp:spPr>
        <a:xfrm>
          <a:off x="4248137" y="1648350"/>
          <a:ext cx="1753691" cy="87684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Diagram</a:t>
          </a:r>
        </a:p>
      </dsp:txBody>
      <dsp:txXfrm>
        <a:off x="4248137" y="1648350"/>
        <a:ext cx="1753691" cy="876845"/>
      </dsp:txXfrm>
    </dsp:sp>
    <dsp:sp modelId="{29C005C8-334E-E64E-9E56-74BA5065CEF6}">
      <dsp:nvSpPr>
        <dsp:cNvPr id="0" name=""/>
        <dsp:cNvSpPr/>
      </dsp:nvSpPr>
      <dsp:spPr>
        <a:xfrm>
          <a:off x="6370104" y="1648350"/>
          <a:ext cx="1753691" cy="87684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Subtheory</a:t>
          </a:r>
          <a:endParaRPr lang="en-US" sz="2000" kern="1200" dirty="0"/>
        </a:p>
      </dsp:txBody>
      <dsp:txXfrm>
        <a:off x="6370104" y="1648350"/>
        <a:ext cx="1753691" cy="8768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401D-6D22-4B42-81F4-743C93380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725D68-FAD0-5C40-AE35-85310BBC6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99B47-3DC9-2B4B-B48D-156DFF136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A90AA-F06B-7C44-8F18-1D1F9A587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5F7D2-5A42-4D45-B85D-890647F08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73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C0284-11C3-964B-B52D-04FA05BB0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E7D14-F501-3742-8719-7622972DF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D596B-454F-E54F-B07A-6611E509E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8F8B6-D028-4A4E-8DE5-F13AC36EE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67A71-6F90-554E-A73D-4A068113E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2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640B3-E3E4-FF47-A2AC-C4FC70E0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51698-347F-2B46-9054-91ADF8DFA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FA2DD-41EB-1042-A7D8-2D06A9C33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0CF46-4088-D94F-B8C1-0058761D8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97C9A-AE71-6745-8C66-2D6B28DFB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23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EC55E-4822-664F-941E-94BC68638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1B5B9-7280-BB48-BF1F-C1C03F0B1C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F74D1-E8B4-3243-84E9-3F8988A52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B8CC2-6276-7940-BD21-F9AE600B4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1308F-5881-904D-8851-D08A08A8A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AD5AF-D129-A843-ACC8-50D1BFEF0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30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6D2C0-9E66-CD45-BCAB-28CA0A0D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5BFC3-257C-134F-B2DB-A7756FE8E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5F0D9-5EF2-B148-9CB1-708A90B6D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362E5F-7081-9048-88DD-04AEA451DE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F19AF-F77D-4B41-931C-10647FCE17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3A970C-6B86-F34F-8F0F-8F7C73BB2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4633AE-2315-C84A-AC1D-B5762143B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32AC9C-3EFB-974F-90CC-DA0AEB12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721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09FC0-55B1-9945-AA9D-E10643672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C5E51F-3288-1943-B4D9-0A283493B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22697-C556-CB4B-BE36-2E1E82E62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47FF3-C9EE-7C48-AED2-0DF8CC7C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7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153951-9258-4647-A6A5-010BEA3C5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B8D2C4-EF8F-1541-91B6-07F0A80CB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59EB4-2663-CF45-9A32-3142C6AFB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03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88BA9-1399-4E45-B565-89788A8B7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07B5B-16B0-CB43-B85C-FD155FCC3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88415-8F52-9C44-9136-4F6097DA2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CE6D2-3EC1-A14F-A918-022BCA1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DEC92-8CD5-2E4A-B13B-AB12AEEE6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56684-CFDF-F142-B2E7-A92C37F25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31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7457C-8B62-D34E-9085-46AA0B356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C344BC-C512-3B47-B941-323CEE6C14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A8D2E-6D81-9044-B33C-27E906F52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33F40-0639-F54C-8627-C877E132A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BD158-DBEA-F14E-9E69-CA96F950F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B3D37-D098-214D-A903-6D66B00CE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758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4B742-AFE8-794A-9652-66B1B86FB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8BE30-E8A3-7543-B79C-77C2BF373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C20CA-E6A1-6C46-A679-6DBC9FB12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CD14E-48DA-5A4D-9DE5-4E3DF5B7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625D0-8B27-3643-B6E0-9CFB7DE6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38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2DDEC5-D108-DA4E-B17C-B20DB87F79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C808D-C640-6D43-A998-250F17353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5F730-7B8F-FE41-B15E-7907DC013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45FBF-6077-7D45-B982-7D0BE1D72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A708F-8456-0B44-9A71-C2E80F0A2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14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3002BDE-F998-E548-B5BD-CDB2E15000C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10000"/>
          </a:blip>
          <a:stretch>
            <a:fillRect/>
          </a:stretch>
        </p:blipFill>
        <p:spPr>
          <a:xfrm>
            <a:off x="0" y="587"/>
            <a:ext cx="12192000" cy="685682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0E7F92-1F35-9844-8566-CCD5C0860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EC3FA-6D7D-3440-BC18-B1482A174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8DC60-12C6-A643-AFE0-31D182960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287897"/>
                </a:solidFill>
              </a:defRPr>
            </a:lvl1pPr>
          </a:lstStyle>
          <a:p>
            <a:fld id="{2CDF07C8-1333-1A42-9028-3F4BB35A012A}" type="datetimeFigureOut">
              <a:rPr lang="en-US" smtClean="0"/>
              <a:pPr/>
              <a:t>10/20/20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D2233-136C-6E4B-868E-09F82317C8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87897"/>
                </a:solidFill>
              </a:defRPr>
            </a:lvl1pPr>
          </a:lstStyle>
          <a:p>
            <a:endParaRPr lang="en-US" dirty="0">
              <a:solidFill>
                <a:srgbClr val="287897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1C20E-CEED-AC41-A2F8-296C29D1DC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287897"/>
                </a:solidFill>
              </a:defRPr>
            </a:lvl1pPr>
          </a:lstStyle>
          <a:p>
            <a:fld id="{AB06BBB8-5F22-F44A-AFAB-CB41C43D05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380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rgbClr val="FF004A"/>
          </a:solidFill>
          <a:latin typeface="Comforta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8E0B2B"/>
          </a:solidFill>
          <a:latin typeface="Comforta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8E0B2B"/>
          </a:solidFill>
          <a:latin typeface="Comforta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8E0B2B"/>
          </a:solidFill>
          <a:latin typeface="Comforta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8E0B2B"/>
          </a:solidFill>
          <a:latin typeface="Comforta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8E0B2B"/>
          </a:solidFill>
          <a:latin typeface="Comforta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 shot of a cat&#10;&#10;Description automatically generated">
            <a:extLst>
              <a:ext uri="{FF2B5EF4-FFF2-40B4-BE49-F238E27FC236}">
                <a16:creationId xmlns:a16="http://schemas.microsoft.com/office/drawing/2014/main" id="{900A90B0-A99E-864B-AD74-D82EAF06F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C30E3B5-FFFC-2142-8765-E0B08921C2E3}"/>
              </a:ext>
            </a:extLst>
          </p:cNvPr>
          <p:cNvSpPr txBox="1"/>
          <p:nvPr/>
        </p:nvSpPr>
        <p:spPr>
          <a:xfrm rot="20488113">
            <a:off x="7441960" y="4890701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663964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informal</a:t>
            </a:r>
          </a:p>
        </p:txBody>
      </p:sp>
    </p:spTree>
    <p:extLst>
      <p:ext uri="{BB962C8B-B14F-4D97-AF65-F5344CB8AC3E}">
        <p14:creationId xmlns:p14="http://schemas.microsoft.com/office/powerpoint/2010/main" val="202532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the beginning…</a:t>
            </a:r>
          </a:p>
        </p:txBody>
      </p:sp>
    </p:spTree>
    <p:extLst>
      <p:ext uri="{BB962C8B-B14F-4D97-AF65-F5344CB8AC3E}">
        <p14:creationId xmlns:p14="http://schemas.microsoft.com/office/powerpoint/2010/main" val="4289008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227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then there was some </a:t>
            </a:r>
            <a:r>
              <a:rPr lang="en-US" i="1" dirty="0"/>
              <a:t>thing</a:t>
            </a:r>
            <a:r>
              <a:rPr lang="en-US" dirty="0"/>
              <a:t>…</a:t>
            </a:r>
            <a:endParaRPr lang="en-US" i="1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33B675B-AB31-0847-8810-A71BD85E678D}"/>
              </a:ext>
            </a:extLst>
          </p:cNvPr>
          <p:cNvSpPr/>
          <p:nvPr/>
        </p:nvSpPr>
        <p:spPr>
          <a:xfrm>
            <a:off x="5638800" y="2971800"/>
            <a:ext cx="914400" cy="914400"/>
          </a:xfrm>
          <a:prstGeom prst="ellipse">
            <a:avLst/>
          </a:prstGeom>
          <a:solidFill>
            <a:srgbClr val="2878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B122B9-F259-C94A-AEE6-2991649D193F}"/>
              </a:ext>
            </a:extLst>
          </p:cNvPr>
          <p:cNvSpPr txBox="1"/>
          <p:nvPr/>
        </p:nvSpPr>
        <p:spPr>
          <a:xfrm>
            <a:off x="4484020" y="4495800"/>
            <a:ext cx="32239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004A"/>
                </a:solidFill>
                <a:latin typeface="Comfortaa" pitchFamily="2" charset="0"/>
                <a:ea typeface="+mj-ea"/>
                <a:cs typeface="+mj-cs"/>
              </a:rPr>
              <a:t>an </a:t>
            </a:r>
            <a:r>
              <a:rPr lang="en-US" sz="4800" b="1" u="sng" dirty="0">
                <a:solidFill>
                  <a:srgbClr val="FF004A"/>
                </a:solidFill>
                <a:latin typeface="Comfortaa" pitchFamily="2" charset="0"/>
                <a:ea typeface="+mj-ea"/>
                <a:cs typeface="+mj-cs"/>
              </a:rPr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1023375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 need to give it an </a:t>
            </a:r>
            <a:r>
              <a:rPr lang="en-US" u="sng" dirty="0"/>
              <a:t>identity</a:t>
            </a:r>
            <a:endParaRPr lang="en-US" i="1" u="sng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5AD2047-CBC5-EE4A-8243-2BC0DA2FDEB6}"/>
              </a:ext>
            </a:extLst>
          </p:cNvPr>
          <p:cNvGrpSpPr/>
          <p:nvPr/>
        </p:nvGrpSpPr>
        <p:grpSpPr>
          <a:xfrm>
            <a:off x="4840858" y="2971800"/>
            <a:ext cx="2510285" cy="914400"/>
            <a:chOff x="4042915" y="2971800"/>
            <a:chExt cx="2510285" cy="91440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633B675B-AB31-0847-8810-A71BD85E678D}"/>
                </a:ext>
              </a:extLst>
            </p:cNvPr>
            <p:cNvSpPr/>
            <p:nvPr/>
          </p:nvSpPr>
          <p:spPr>
            <a:xfrm>
              <a:off x="5638800" y="2971800"/>
              <a:ext cx="914400" cy="914400"/>
            </a:xfrm>
            <a:prstGeom prst="ellipse">
              <a:avLst/>
            </a:prstGeom>
            <a:solidFill>
              <a:srgbClr val="2878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12757E8-1BD6-114D-8B76-6E9F9B959054}"/>
                </a:ext>
              </a:extLst>
            </p:cNvPr>
            <p:cNvSpPr/>
            <p:nvPr/>
          </p:nvSpPr>
          <p:spPr>
            <a:xfrm>
              <a:off x="4042915" y="3013501"/>
              <a:ext cx="617477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8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A</a:t>
              </a:r>
              <a:endParaRPr lang="en-US" dirty="0">
                <a:solidFill>
                  <a:srgbClr val="287897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1250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is a relation</a:t>
            </a:r>
            <a:endParaRPr lang="en-US" i="1" u="sng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5AD2047-CBC5-EE4A-8243-2BC0DA2FDEB6}"/>
              </a:ext>
            </a:extLst>
          </p:cNvPr>
          <p:cNvGrpSpPr/>
          <p:nvPr/>
        </p:nvGrpSpPr>
        <p:grpSpPr>
          <a:xfrm>
            <a:off x="4840858" y="2971800"/>
            <a:ext cx="2510285" cy="914400"/>
            <a:chOff x="4042915" y="2971800"/>
            <a:chExt cx="2510285" cy="91440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633B675B-AB31-0847-8810-A71BD85E678D}"/>
                </a:ext>
              </a:extLst>
            </p:cNvPr>
            <p:cNvSpPr/>
            <p:nvPr/>
          </p:nvSpPr>
          <p:spPr>
            <a:xfrm>
              <a:off x="5638800" y="2971800"/>
              <a:ext cx="914400" cy="914400"/>
            </a:xfrm>
            <a:prstGeom prst="ellipse">
              <a:avLst/>
            </a:prstGeom>
            <a:solidFill>
              <a:srgbClr val="2878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12757E8-1BD6-114D-8B76-6E9F9B959054}"/>
                </a:ext>
              </a:extLst>
            </p:cNvPr>
            <p:cNvSpPr/>
            <p:nvPr/>
          </p:nvSpPr>
          <p:spPr>
            <a:xfrm>
              <a:off x="4042915" y="3013501"/>
              <a:ext cx="617477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8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A</a:t>
              </a:r>
              <a:endParaRPr lang="en-US" dirty="0">
                <a:solidFill>
                  <a:srgbClr val="287897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07118C9-CF44-5449-8680-55D86BEA6B81}"/>
              </a:ext>
            </a:extLst>
          </p:cNvPr>
          <p:cNvSpPr txBox="1"/>
          <p:nvPr/>
        </p:nvSpPr>
        <p:spPr>
          <a:xfrm>
            <a:off x="3249708" y="4495800"/>
            <a:ext cx="56925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004A"/>
                </a:solidFill>
                <a:latin typeface="Comfortaa" pitchFamily="2" charset="0"/>
                <a:ea typeface="+mj-ea"/>
                <a:cs typeface="+mj-cs"/>
              </a:rPr>
              <a:t>an identity </a:t>
            </a:r>
            <a:r>
              <a:rPr lang="en-US" sz="4800" b="1" u="sng" dirty="0">
                <a:solidFill>
                  <a:srgbClr val="FF004A"/>
                </a:solidFill>
                <a:latin typeface="Comfortaa" pitchFamily="2" charset="0"/>
                <a:ea typeface="+mj-ea"/>
                <a:cs typeface="+mj-cs"/>
              </a:rPr>
              <a:t>arrow</a:t>
            </a:r>
          </a:p>
        </p:txBody>
      </p:sp>
      <p:cxnSp>
        <p:nvCxnSpPr>
          <p:cNvPr id="14" name="Elbow Connector 7">
            <a:extLst>
              <a:ext uri="{FF2B5EF4-FFF2-40B4-BE49-F238E27FC236}">
                <a16:creationId xmlns:a16="http://schemas.microsoft.com/office/drawing/2014/main" id="{1B966BCB-741B-1740-96F6-7822A4BE883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941189" y="3112060"/>
            <a:ext cx="12700" cy="646578"/>
          </a:xfrm>
          <a:prstGeom prst="straightConnector1">
            <a:avLst/>
          </a:prstGeom>
          <a:solidFill>
            <a:srgbClr val="287897"/>
          </a:solidFill>
          <a:ln w="57150">
            <a:solidFill>
              <a:srgbClr val="287897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12053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Arrows connect objects</a:t>
            </a:r>
            <a:endParaRPr lang="en-US" i="1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A159A6-9B61-F149-9367-78C0B9A06C11}"/>
              </a:ext>
            </a:extLst>
          </p:cNvPr>
          <p:cNvGrpSpPr/>
          <p:nvPr/>
        </p:nvGrpSpPr>
        <p:grpSpPr>
          <a:xfrm>
            <a:off x="4362848" y="2971800"/>
            <a:ext cx="2987334" cy="914400"/>
            <a:chOff x="4362848" y="2971800"/>
            <a:chExt cx="2987334" cy="9144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ACD585C-3F0C-6649-8DC0-D686BF87E8CE}"/>
                </a:ext>
              </a:extLst>
            </p:cNvPr>
            <p:cNvSpPr/>
            <p:nvPr/>
          </p:nvSpPr>
          <p:spPr>
            <a:xfrm>
              <a:off x="6435782" y="2971800"/>
              <a:ext cx="914400" cy="914400"/>
            </a:xfrm>
            <a:prstGeom prst="ellipse">
              <a:avLst/>
            </a:prstGeom>
            <a:solidFill>
              <a:srgbClr val="2878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E3F1950-85C2-594B-91B3-AB974DD12A8D}"/>
                </a:ext>
              </a:extLst>
            </p:cNvPr>
            <p:cNvSpPr/>
            <p:nvPr/>
          </p:nvSpPr>
          <p:spPr>
            <a:xfrm>
              <a:off x="4362848" y="3013501"/>
              <a:ext cx="1091966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800" b="1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id</a:t>
              </a:r>
              <a:r>
                <a:rPr lang="en-US" sz="4800" b="1" baseline="-25000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A</a:t>
              </a:r>
              <a:endParaRPr lang="en-US" baseline="-25000" dirty="0">
                <a:solidFill>
                  <a:srgbClr val="287897"/>
                </a:solidFill>
              </a:endParaRPr>
            </a:p>
          </p:txBody>
        </p:sp>
        <p:cxnSp>
          <p:nvCxnSpPr>
            <p:cNvPr id="23" name="Elbow Connector 7">
              <a:extLst>
                <a:ext uri="{FF2B5EF4-FFF2-40B4-BE49-F238E27FC236}">
                  <a16:creationId xmlns:a16="http://schemas.microsoft.com/office/drawing/2014/main" id="{C0A93D3F-53EC-534A-B321-F95825AD9F4B}"/>
                </a:ext>
              </a:extLst>
            </p:cNvPr>
            <p:cNvCxnSpPr>
              <a:cxnSpLocks/>
              <a:stCxn id="21" idx="3"/>
              <a:endCxn id="21" idx="1"/>
            </p:cNvCxnSpPr>
            <p:nvPr/>
          </p:nvCxnSpPr>
          <p:spPr>
            <a:xfrm rot="5400000" flipH="1">
              <a:off x="6246404" y="3429000"/>
              <a:ext cx="646578" cy="12700"/>
            </a:xfrm>
            <a:prstGeom prst="curvedConnector5">
              <a:avLst>
                <a:gd name="adj1" fmla="val -35355"/>
                <a:gd name="adj2" fmla="val 7945583"/>
                <a:gd name="adj3" fmla="val 135355"/>
              </a:avLst>
            </a:prstGeom>
            <a:solidFill>
              <a:srgbClr val="287897"/>
            </a:solidFill>
            <a:ln w="57150">
              <a:solidFill>
                <a:srgbClr val="287897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B63A98C-57D8-FB44-A157-2B6DCBA19551}"/>
              </a:ext>
            </a:extLst>
          </p:cNvPr>
          <p:cNvSpPr txBox="1"/>
          <p:nvPr/>
        </p:nvSpPr>
        <p:spPr>
          <a:xfrm>
            <a:off x="3249708" y="4495800"/>
            <a:ext cx="56925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004A"/>
                </a:solidFill>
                <a:latin typeface="Comfortaa" pitchFamily="2" charset="0"/>
                <a:ea typeface="+mj-ea"/>
                <a:cs typeface="+mj-cs"/>
              </a:rPr>
              <a:t>an identity </a:t>
            </a:r>
            <a:r>
              <a:rPr lang="en-US" sz="4800" b="1" u="sng" dirty="0">
                <a:solidFill>
                  <a:srgbClr val="FF004A"/>
                </a:solidFill>
                <a:latin typeface="Comfortaa" pitchFamily="2" charset="0"/>
                <a:ea typeface="+mj-ea"/>
                <a:cs typeface="+mj-cs"/>
              </a:rPr>
              <a:t>arrow</a:t>
            </a:r>
          </a:p>
        </p:txBody>
      </p:sp>
    </p:spTree>
    <p:extLst>
      <p:ext uri="{BB962C8B-B14F-4D97-AF65-F5344CB8AC3E}">
        <p14:creationId xmlns:p14="http://schemas.microsoft.com/office/powerpoint/2010/main" val="2684318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Equivalent Notation</a:t>
            </a:r>
            <a:endParaRPr lang="en-US" i="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48492CB-4123-3D46-9586-73321271F4F2}"/>
              </a:ext>
            </a:extLst>
          </p:cNvPr>
          <p:cNvSpPr/>
          <p:nvPr/>
        </p:nvSpPr>
        <p:spPr>
          <a:xfrm>
            <a:off x="5946885" y="3548742"/>
            <a:ext cx="914400" cy="914400"/>
          </a:xfrm>
          <a:prstGeom prst="ellipse">
            <a:avLst/>
          </a:prstGeom>
          <a:solidFill>
            <a:srgbClr val="2878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1C6C88-662A-C447-9979-0326FB748FC3}"/>
              </a:ext>
            </a:extLst>
          </p:cNvPr>
          <p:cNvSpPr/>
          <p:nvPr/>
        </p:nvSpPr>
        <p:spPr>
          <a:xfrm>
            <a:off x="5323114" y="3590443"/>
            <a:ext cx="61747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A</a:t>
            </a:r>
            <a:endParaRPr lang="en-US" dirty="0">
              <a:solidFill>
                <a:srgbClr val="287897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66E490-43ED-2843-A98D-6B0C09628055}"/>
              </a:ext>
            </a:extLst>
          </p:cNvPr>
          <p:cNvSpPr/>
          <p:nvPr/>
        </p:nvSpPr>
        <p:spPr>
          <a:xfrm>
            <a:off x="9813016" y="3722914"/>
            <a:ext cx="61747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A</a:t>
            </a:r>
            <a:endParaRPr lang="en-US" dirty="0">
              <a:solidFill>
                <a:srgbClr val="287897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0FE7CE-ACA8-4843-BC08-6DE19A18231B}"/>
              </a:ext>
            </a:extLst>
          </p:cNvPr>
          <p:cNvSpPr/>
          <p:nvPr/>
        </p:nvSpPr>
        <p:spPr>
          <a:xfrm>
            <a:off x="1760200" y="3590443"/>
            <a:ext cx="61747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A</a:t>
            </a:r>
            <a:endParaRPr lang="en-US" dirty="0">
              <a:solidFill>
                <a:srgbClr val="287897"/>
              </a:solidFill>
            </a:endParaRPr>
          </a:p>
        </p:txBody>
      </p:sp>
      <p:cxnSp>
        <p:nvCxnSpPr>
          <p:cNvPr id="14" name="Elbow Connector 7">
            <a:extLst>
              <a:ext uri="{FF2B5EF4-FFF2-40B4-BE49-F238E27FC236}">
                <a16:creationId xmlns:a16="http://schemas.microsoft.com/office/drawing/2014/main" id="{F34D1E98-89A9-A845-BC9D-11849AFAF22E}"/>
              </a:ext>
            </a:extLst>
          </p:cNvPr>
          <p:cNvCxnSpPr>
            <a:cxnSpLocks/>
          </p:cNvCxnSpPr>
          <p:nvPr/>
        </p:nvCxnSpPr>
        <p:spPr>
          <a:xfrm flipH="1" flipV="1">
            <a:off x="2536589" y="3590443"/>
            <a:ext cx="12700" cy="646578"/>
          </a:xfrm>
          <a:prstGeom prst="straightConnector1">
            <a:avLst/>
          </a:prstGeom>
          <a:solidFill>
            <a:srgbClr val="287897"/>
          </a:solidFill>
          <a:ln w="57150">
            <a:solidFill>
              <a:srgbClr val="287897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FEAFF00-3C64-1647-B5AA-2ECF2E02E4C1}"/>
              </a:ext>
            </a:extLst>
          </p:cNvPr>
          <p:cNvGrpSpPr/>
          <p:nvPr/>
        </p:nvGrpSpPr>
        <p:grpSpPr>
          <a:xfrm>
            <a:off x="4351962" y="1817913"/>
            <a:ext cx="2987334" cy="914400"/>
            <a:chOff x="4362848" y="2971800"/>
            <a:chExt cx="2987334" cy="9144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C074BA0-032A-F346-901C-92080DC14714}"/>
                </a:ext>
              </a:extLst>
            </p:cNvPr>
            <p:cNvSpPr/>
            <p:nvPr/>
          </p:nvSpPr>
          <p:spPr>
            <a:xfrm>
              <a:off x="6435782" y="2971800"/>
              <a:ext cx="914400" cy="914400"/>
            </a:xfrm>
            <a:prstGeom prst="ellipse">
              <a:avLst/>
            </a:prstGeom>
            <a:solidFill>
              <a:srgbClr val="2878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F7845B4-18F6-0044-B644-ACAA4649AC98}"/>
                </a:ext>
              </a:extLst>
            </p:cNvPr>
            <p:cNvSpPr/>
            <p:nvPr/>
          </p:nvSpPr>
          <p:spPr>
            <a:xfrm>
              <a:off x="4362848" y="3013501"/>
              <a:ext cx="1091966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800" b="1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id</a:t>
              </a:r>
              <a:r>
                <a:rPr lang="en-US" sz="4800" b="1" baseline="-25000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A</a:t>
              </a:r>
              <a:endParaRPr lang="en-US" baseline="-25000" dirty="0">
                <a:solidFill>
                  <a:srgbClr val="287897"/>
                </a:solidFill>
              </a:endParaRPr>
            </a:p>
          </p:txBody>
        </p:sp>
        <p:cxnSp>
          <p:nvCxnSpPr>
            <p:cNvPr id="18" name="Elbow Connector 7">
              <a:extLst>
                <a:ext uri="{FF2B5EF4-FFF2-40B4-BE49-F238E27FC236}">
                  <a16:creationId xmlns:a16="http://schemas.microsoft.com/office/drawing/2014/main" id="{32B93551-3A9D-3A48-AA67-4585650E6D9F}"/>
                </a:ext>
              </a:extLst>
            </p:cNvPr>
            <p:cNvCxnSpPr>
              <a:cxnSpLocks/>
              <a:stCxn id="16" idx="3"/>
              <a:endCxn id="16" idx="1"/>
            </p:cNvCxnSpPr>
            <p:nvPr/>
          </p:nvCxnSpPr>
          <p:spPr>
            <a:xfrm rot="5400000" flipH="1">
              <a:off x="6246404" y="3429000"/>
              <a:ext cx="646578" cy="12700"/>
            </a:xfrm>
            <a:prstGeom prst="curvedConnector5">
              <a:avLst>
                <a:gd name="adj1" fmla="val -35355"/>
                <a:gd name="adj2" fmla="val 7945583"/>
                <a:gd name="adj3" fmla="val 135355"/>
              </a:avLst>
            </a:prstGeom>
            <a:solidFill>
              <a:srgbClr val="287897"/>
            </a:solidFill>
            <a:ln w="57150">
              <a:solidFill>
                <a:srgbClr val="287897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E36E64-AF92-7F4A-A4C9-5D5CF756AA49}"/>
                  </a:ext>
                </a:extLst>
              </p:cNvPr>
              <p:cNvSpPr txBox="1"/>
              <p:nvPr/>
            </p:nvSpPr>
            <p:spPr>
              <a:xfrm>
                <a:off x="4633306" y="5279571"/>
                <a:ext cx="2903615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b="0" i="1" smtClean="0">
                              <a:solidFill>
                                <a:srgbClr val="28789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solidFill>
                                <a:srgbClr val="287897"/>
                              </a:solidFill>
                              <a:latin typeface="Cambria Math" panose="02040503050406030204" pitchFamily="18" charset="0"/>
                            </a:rPr>
                            <m:t>𝑖𝑑</m:t>
                          </m:r>
                        </m:e>
                        <m:sub>
                          <m:r>
                            <a:rPr lang="en-US" sz="4800" b="0" i="1" smtClean="0">
                              <a:solidFill>
                                <a:srgbClr val="287897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48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48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48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48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4800" dirty="0">
                  <a:solidFill>
                    <a:srgbClr val="287897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E36E64-AF92-7F4A-A4C9-5D5CF756A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306" y="5279571"/>
                <a:ext cx="2903615" cy="738664"/>
              </a:xfrm>
              <a:prstGeom prst="rect">
                <a:avLst/>
              </a:prstGeom>
              <a:blipFill>
                <a:blip r:embed="rId2"/>
                <a:stretch>
                  <a:fillRect l="-4348" r="-3913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1348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u="sng" dirty="0"/>
              <a:t>category</a:t>
            </a:r>
            <a:r>
              <a:rPr lang="en-US" dirty="0"/>
              <a:t> is a context</a:t>
            </a:r>
            <a:endParaRPr lang="en-US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63A98C-57D8-FB44-A157-2B6DCBA19551}"/>
              </a:ext>
            </a:extLst>
          </p:cNvPr>
          <p:cNvSpPr txBox="1"/>
          <p:nvPr/>
        </p:nvSpPr>
        <p:spPr>
          <a:xfrm>
            <a:off x="2716710" y="5661878"/>
            <a:ext cx="67585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004A"/>
                </a:solidFill>
                <a:latin typeface="Comfortaa" pitchFamily="2" charset="0"/>
                <a:ea typeface="+mj-ea"/>
                <a:cs typeface="+mj-cs"/>
              </a:rPr>
              <a:t>boundary </a:t>
            </a:r>
            <a:r>
              <a:rPr lang="en-US" sz="48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|</a:t>
            </a:r>
            <a:r>
              <a:rPr lang="en-US" sz="4800" b="1" dirty="0">
                <a:solidFill>
                  <a:srgbClr val="FF004A"/>
                </a:solidFill>
                <a:latin typeface="Comfortaa" pitchFamily="2" charset="0"/>
                <a:ea typeface="+mj-ea"/>
                <a:cs typeface="+mj-cs"/>
              </a:rPr>
              <a:t> isolation</a:t>
            </a:r>
            <a:endParaRPr lang="en-US" sz="4800" b="1" u="sng" dirty="0">
              <a:solidFill>
                <a:srgbClr val="FF004A"/>
              </a:solidFill>
              <a:latin typeface="Comfortaa" pitchFamily="2" charset="0"/>
              <a:ea typeface="+mj-ea"/>
              <a:cs typeface="+mj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9275DA5-8653-1B4F-B506-733D629DFEB7}"/>
              </a:ext>
            </a:extLst>
          </p:cNvPr>
          <p:cNvGrpSpPr/>
          <p:nvPr/>
        </p:nvGrpSpPr>
        <p:grpSpPr>
          <a:xfrm>
            <a:off x="3831771" y="1936596"/>
            <a:ext cx="4027716" cy="3049061"/>
            <a:chOff x="3831771" y="1936596"/>
            <a:chExt cx="4027716" cy="304906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6A159A6-9B61-F149-9367-78C0B9A06C11}"/>
                </a:ext>
              </a:extLst>
            </p:cNvPr>
            <p:cNvGrpSpPr/>
            <p:nvPr/>
          </p:nvGrpSpPr>
          <p:grpSpPr>
            <a:xfrm>
              <a:off x="4362848" y="2971800"/>
              <a:ext cx="2987334" cy="914400"/>
              <a:chOff x="4362848" y="2971800"/>
              <a:chExt cx="2987334" cy="9144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ACD585C-3F0C-6649-8DC0-D686BF87E8CE}"/>
                  </a:ext>
                </a:extLst>
              </p:cNvPr>
              <p:cNvSpPr/>
              <p:nvPr/>
            </p:nvSpPr>
            <p:spPr>
              <a:xfrm>
                <a:off x="6435782" y="2971800"/>
                <a:ext cx="914400" cy="914400"/>
              </a:xfrm>
              <a:prstGeom prst="ellipse">
                <a:avLst/>
              </a:prstGeom>
              <a:solidFill>
                <a:srgbClr val="28789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E3F1950-85C2-594B-91B3-AB974DD12A8D}"/>
                  </a:ext>
                </a:extLst>
              </p:cNvPr>
              <p:cNvSpPr/>
              <p:nvPr/>
            </p:nvSpPr>
            <p:spPr>
              <a:xfrm>
                <a:off x="4362848" y="3013501"/>
                <a:ext cx="1091966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800" b="1" dirty="0" err="1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id</a:t>
                </a:r>
                <a:r>
                  <a:rPr lang="en-US" sz="4800" b="1" baseline="-25000" dirty="0" err="1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A</a:t>
                </a:r>
                <a:endParaRPr lang="en-US" baseline="-25000" dirty="0">
                  <a:solidFill>
                    <a:srgbClr val="287897"/>
                  </a:solidFill>
                </a:endParaRPr>
              </a:p>
            </p:txBody>
          </p:sp>
          <p:cxnSp>
            <p:nvCxnSpPr>
              <p:cNvPr id="23" name="Elbow Connector 7">
                <a:extLst>
                  <a:ext uri="{FF2B5EF4-FFF2-40B4-BE49-F238E27FC236}">
                    <a16:creationId xmlns:a16="http://schemas.microsoft.com/office/drawing/2014/main" id="{C0A93D3F-53EC-534A-B321-F95825AD9F4B}"/>
                  </a:ext>
                </a:extLst>
              </p:cNvPr>
              <p:cNvCxnSpPr>
                <a:cxnSpLocks/>
                <a:stCxn id="21" idx="3"/>
                <a:endCxn id="21" idx="1"/>
              </p:cNvCxnSpPr>
              <p:nvPr/>
            </p:nvCxnSpPr>
            <p:spPr>
              <a:xfrm rot="5400000" flipH="1">
                <a:off x="6246404" y="3429000"/>
                <a:ext cx="646578" cy="12700"/>
              </a:xfrm>
              <a:prstGeom prst="curvedConnector5">
                <a:avLst>
                  <a:gd name="adj1" fmla="val -35355"/>
                  <a:gd name="adj2" fmla="val 7945583"/>
                  <a:gd name="adj3" fmla="val 135355"/>
                </a:avLst>
              </a:prstGeom>
              <a:solidFill>
                <a:srgbClr val="287897"/>
              </a:solidFill>
              <a:ln w="57150">
                <a:solidFill>
                  <a:srgbClr val="287897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B181E41-4FDC-5D43-8D54-79E74071607F}"/>
                </a:ext>
              </a:extLst>
            </p:cNvPr>
            <p:cNvSpPr/>
            <p:nvPr/>
          </p:nvSpPr>
          <p:spPr>
            <a:xfrm>
              <a:off x="3831771" y="1936596"/>
              <a:ext cx="4027716" cy="3049061"/>
            </a:xfrm>
            <a:prstGeom prst="rect">
              <a:avLst/>
            </a:prstGeom>
            <a:noFill/>
            <a:ln w="57150">
              <a:solidFill>
                <a:srgbClr val="2878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BCA11EA7-D51C-204F-BD14-75CD86D63422}"/>
              </a:ext>
            </a:extLst>
          </p:cNvPr>
          <p:cNvSpPr/>
          <p:nvPr/>
        </p:nvSpPr>
        <p:spPr>
          <a:xfrm>
            <a:off x="2850803" y="3055203"/>
            <a:ext cx="66236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i="1" dirty="0">
                <a:solidFill>
                  <a:srgbClr val="287897"/>
                </a:solidFill>
                <a:latin typeface="Comfortaa" pitchFamily="2" charset="0"/>
              </a:rPr>
              <a:t>C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818989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category has a name (or two)</a:t>
            </a:r>
            <a:endParaRPr lang="en-US" i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9275DA5-8653-1B4F-B506-733D629DFEB7}"/>
              </a:ext>
            </a:extLst>
          </p:cNvPr>
          <p:cNvGrpSpPr/>
          <p:nvPr/>
        </p:nvGrpSpPr>
        <p:grpSpPr>
          <a:xfrm>
            <a:off x="3831771" y="1936596"/>
            <a:ext cx="4027716" cy="3049061"/>
            <a:chOff x="3831771" y="1936596"/>
            <a:chExt cx="4027716" cy="304906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6A159A6-9B61-F149-9367-78C0B9A06C11}"/>
                </a:ext>
              </a:extLst>
            </p:cNvPr>
            <p:cNvGrpSpPr/>
            <p:nvPr/>
          </p:nvGrpSpPr>
          <p:grpSpPr>
            <a:xfrm>
              <a:off x="4362848" y="2971800"/>
              <a:ext cx="2987334" cy="914400"/>
              <a:chOff x="4362848" y="2971800"/>
              <a:chExt cx="2987334" cy="9144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ACD585C-3F0C-6649-8DC0-D686BF87E8CE}"/>
                  </a:ext>
                </a:extLst>
              </p:cNvPr>
              <p:cNvSpPr/>
              <p:nvPr/>
            </p:nvSpPr>
            <p:spPr>
              <a:xfrm>
                <a:off x="6435782" y="2971800"/>
                <a:ext cx="914400" cy="914400"/>
              </a:xfrm>
              <a:prstGeom prst="ellipse">
                <a:avLst/>
              </a:prstGeom>
              <a:solidFill>
                <a:srgbClr val="28789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E3F1950-85C2-594B-91B3-AB974DD12A8D}"/>
                  </a:ext>
                </a:extLst>
              </p:cNvPr>
              <p:cNvSpPr/>
              <p:nvPr/>
            </p:nvSpPr>
            <p:spPr>
              <a:xfrm>
                <a:off x="4362848" y="3013501"/>
                <a:ext cx="1091966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800" b="1" dirty="0" err="1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id</a:t>
                </a:r>
                <a:r>
                  <a:rPr lang="en-US" sz="4800" b="1" baseline="-25000" dirty="0" err="1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A</a:t>
                </a:r>
                <a:endParaRPr lang="en-US" baseline="-25000" dirty="0">
                  <a:solidFill>
                    <a:srgbClr val="287897"/>
                  </a:solidFill>
                </a:endParaRPr>
              </a:p>
            </p:txBody>
          </p:sp>
          <p:cxnSp>
            <p:nvCxnSpPr>
              <p:cNvPr id="23" name="Elbow Connector 7">
                <a:extLst>
                  <a:ext uri="{FF2B5EF4-FFF2-40B4-BE49-F238E27FC236}">
                    <a16:creationId xmlns:a16="http://schemas.microsoft.com/office/drawing/2014/main" id="{C0A93D3F-53EC-534A-B321-F95825AD9F4B}"/>
                  </a:ext>
                </a:extLst>
              </p:cNvPr>
              <p:cNvCxnSpPr>
                <a:cxnSpLocks/>
                <a:stCxn id="21" idx="3"/>
                <a:endCxn id="21" idx="1"/>
              </p:cNvCxnSpPr>
              <p:nvPr/>
            </p:nvCxnSpPr>
            <p:spPr>
              <a:xfrm rot="5400000" flipH="1">
                <a:off x="6246404" y="3429000"/>
                <a:ext cx="646578" cy="12700"/>
              </a:xfrm>
              <a:prstGeom prst="curvedConnector5">
                <a:avLst>
                  <a:gd name="adj1" fmla="val -35355"/>
                  <a:gd name="adj2" fmla="val 7945583"/>
                  <a:gd name="adj3" fmla="val 135355"/>
                </a:avLst>
              </a:prstGeom>
              <a:solidFill>
                <a:srgbClr val="287897"/>
              </a:solidFill>
              <a:ln w="57150">
                <a:solidFill>
                  <a:srgbClr val="287897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B181E41-4FDC-5D43-8D54-79E74071607F}"/>
                </a:ext>
              </a:extLst>
            </p:cNvPr>
            <p:cNvSpPr/>
            <p:nvPr/>
          </p:nvSpPr>
          <p:spPr>
            <a:xfrm>
              <a:off x="3831771" y="1936596"/>
              <a:ext cx="4027716" cy="3049061"/>
            </a:xfrm>
            <a:prstGeom prst="rect">
              <a:avLst/>
            </a:prstGeom>
            <a:noFill/>
            <a:ln w="57150">
              <a:solidFill>
                <a:srgbClr val="2878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B23D7EF-B4FA-CC4A-922F-8606FB6F8B98}"/>
              </a:ext>
            </a:extLst>
          </p:cNvPr>
          <p:cNvSpPr txBox="1"/>
          <p:nvPr/>
        </p:nvSpPr>
        <p:spPr>
          <a:xfrm>
            <a:off x="3301503" y="5477472"/>
            <a:ext cx="5088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i="1" dirty="0">
                <a:solidFill>
                  <a:srgbClr val="FF004A"/>
                </a:solidFill>
                <a:latin typeface="Comfortaa" pitchFamily="2" charset="0"/>
                <a:ea typeface="+mj-ea"/>
                <a:cs typeface="+mj-cs"/>
              </a:rPr>
              <a:t>Walking Object</a:t>
            </a:r>
            <a:endParaRPr lang="en-US" sz="4800" b="1" i="1" u="sng" dirty="0">
              <a:solidFill>
                <a:srgbClr val="FF004A"/>
              </a:solidFill>
              <a:latin typeface="Comfortaa" pitchFamily="2" charset="0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30F2DD-2632-C742-B9A8-EEEC8F2482BF}"/>
              </a:ext>
            </a:extLst>
          </p:cNvPr>
          <p:cNvSpPr/>
          <p:nvPr/>
        </p:nvSpPr>
        <p:spPr>
          <a:xfrm>
            <a:off x="2850803" y="3055203"/>
            <a:ext cx="66236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i="1" dirty="0">
                <a:solidFill>
                  <a:srgbClr val="287897"/>
                </a:solidFill>
                <a:latin typeface="Comfortaa" pitchFamily="2" charset="0"/>
              </a:rPr>
              <a:t>C</a:t>
            </a:r>
            <a:endParaRPr lang="en-US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7AD82A-CE64-DB4B-A6EA-E0329A27B0C0}"/>
              </a:ext>
            </a:extLst>
          </p:cNvPr>
          <p:cNvSpPr txBox="1"/>
          <p:nvPr/>
        </p:nvSpPr>
        <p:spPr>
          <a:xfrm>
            <a:off x="8178094" y="3013500"/>
            <a:ext cx="21371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Disc(1)</a:t>
            </a:r>
            <a:endParaRPr lang="en-US" sz="4800" b="1" u="sng" dirty="0">
              <a:solidFill>
                <a:srgbClr val="287897"/>
              </a:solidFill>
              <a:latin typeface="Comfortaa" pitchFamily="2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16597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Categories represent </a:t>
            </a:r>
            <a:r>
              <a:rPr lang="en-US" u="sng" dirty="0"/>
              <a:t>shapes</a:t>
            </a:r>
            <a:endParaRPr lang="en-US" i="1" u="sng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63A98C-57D8-FB44-A157-2B6DCBA19551}"/>
              </a:ext>
            </a:extLst>
          </p:cNvPr>
          <p:cNvSpPr txBox="1"/>
          <p:nvPr/>
        </p:nvSpPr>
        <p:spPr>
          <a:xfrm>
            <a:off x="8178094" y="3013500"/>
            <a:ext cx="21371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Disc(1)</a:t>
            </a:r>
            <a:endParaRPr lang="en-US" sz="4800" b="1" u="sng" dirty="0">
              <a:solidFill>
                <a:srgbClr val="287897"/>
              </a:solidFill>
              <a:latin typeface="Comfortaa" pitchFamily="2" charset="0"/>
              <a:ea typeface="+mj-ea"/>
              <a:cs typeface="+mj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9275DA5-8653-1B4F-B506-733D629DFEB7}"/>
              </a:ext>
            </a:extLst>
          </p:cNvPr>
          <p:cNvGrpSpPr/>
          <p:nvPr/>
        </p:nvGrpSpPr>
        <p:grpSpPr>
          <a:xfrm>
            <a:off x="3831771" y="1936596"/>
            <a:ext cx="4027716" cy="3049061"/>
            <a:chOff x="3831771" y="1936596"/>
            <a:chExt cx="4027716" cy="304906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6A159A6-9B61-F149-9367-78C0B9A06C11}"/>
                </a:ext>
              </a:extLst>
            </p:cNvPr>
            <p:cNvGrpSpPr/>
            <p:nvPr/>
          </p:nvGrpSpPr>
          <p:grpSpPr>
            <a:xfrm>
              <a:off x="4362848" y="2971800"/>
              <a:ext cx="2987334" cy="914400"/>
              <a:chOff x="4362848" y="2971800"/>
              <a:chExt cx="2987334" cy="9144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ACD585C-3F0C-6649-8DC0-D686BF87E8CE}"/>
                  </a:ext>
                </a:extLst>
              </p:cNvPr>
              <p:cNvSpPr/>
              <p:nvPr/>
            </p:nvSpPr>
            <p:spPr>
              <a:xfrm>
                <a:off x="6435782" y="2971800"/>
                <a:ext cx="914400" cy="914400"/>
              </a:xfrm>
              <a:prstGeom prst="ellipse">
                <a:avLst/>
              </a:prstGeom>
              <a:solidFill>
                <a:srgbClr val="28789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E3F1950-85C2-594B-91B3-AB974DD12A8D}"/>
                  </a:ext>
                </a:extLst>
              </p:cNvPr>
              <p:cNvSpPr/>
              <p:nvPr/>
            </p:nvSpPr>
            <p:spPr>
              <a:xfrm>
                <a:off x="4362848" y="3013501"/>
                <a:ext cx="1091966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800" b="1" dirty="0" err="1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id</a:t>
                </a:r>
                <a:r>
                  <a:rPr lang="en-US" sz="4800" b="1" baseline="-25000" dirty="0" err="1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A</a:t>
                </a:r>
                <a:endParaRPr lang="en-US" baseline="-25000" dirty="0">
                  <a:solidFill>
                    <a:srgbClr val="287897"/>
                  </a:solidFill>
                </a:endParaRPr>
              </a:p>
            </p:txBody>
          </p:sp>
          <p:cxnSp>
            <p:nvCxnSpPr>
              <p:cNvPr id="23" name="Elbow Connector 7">
                <a:extLst>
                  <a:ext uri="{FF2B5EF4-FFF2-40B4-BE49-F238E27FC236}">
                    <a16:creationId xmlns:a16="http://schemas.microsoft.com/office/drawing/2014/main" id="{C0A93D3F-53EC-534A-B321-F95825AD9F4B}"/>
                  </a:ext>
                </a:extLst>
              </p:cNvPr>
              <p:cNvCxnSpPr>
                <a:cxnSpLocks/>
                <a:stCxn id="21" idx="3"/>
                <a:endCxn id="21" idx="1"/>
              </p:cNvCxnSpPr>
              <p:nvPr/>
            </p:nvCxnSpPr>
            <p:spPr>
              <a:xfrm rot="5400000" flipH="1">
                <a:off x="6246404" y="3429000"/>
                <a:ext cx="646578" cy="12700"/>
              </a:xfrm>
              <a:prstGeom prst="curvedConnector5">
                <a:avLst>
                  <a:gd name="adj1" fmla="val -35355"/>
                  <a:gd name="adj2" fmla="val 7945583"/>
                  <a:gd name="adj3" fmla="val 135355"/>
                </a:avLst>
              </a:prstGeom>
              <a:solidFill>
                <a:srgbClr val="287897"/>
              </a:solidFill>
              <a:ln w="57150">
                <a:solidFill>
                  <a:srgbClr val="287897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B181E41-4FDC-5D43-8D54-79E74071607F}"/>
                </a:ext>
              </a:extLst>
            </p:cNvPr>
            <p:cNvSpPr/>
            <p:nvPr/>
          </p:nvSpPr>
          <p:spPr>
            <a:xfrm>
              <a:off x="3831771" y="1936596"/>
              <a:ext cx="4027716" cy="3049061"/>
            </a:xfrm>
            <a:prstGeom prst="rect">
              <a:avLst/>
            </a:prstGeom>
            <a:noFill/>
            <a:ln w="57150">
              <a:solidFill>
                <a:srgbClr val="2878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5758455-5AC8-E54C-BB80-55C1186817E2}"/>
              </a:ext>
            </a:extLst>
          </p:cNvPr>
          <p:cNvSpPr/>
          <p:nvPr/>
        </p:nvSpPr>
        <p:spPr>
          <a:xfrm>
            <a:off x="2850803" y="3055203"/>
            <a:ext cx="66236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i="1" dirty="0">
                <a:solidFill>
                  <a:srgbClr val="287897"/>
                </a:solidFill>
                <a:latin typeface="Comfortaa" pitchFamily="2" charset="0"/>
              </a:rPr>
              <a:t>C</a:t>
            </a:r>
            <a:endParaRPr lang="en-US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23D7EF-B4FA-CC4A-922F-8606FB6F8B98}"/>
              </a:ext>
            </a:extLst>
          </p:cNvPr>
          <p:cNvSpPr txBox="1"/>
          <p:nvPr/>
        </p:nvSpPr>
        <p:spPr>
          <a:xfrm>
            <a:off x="2169284" y="5477472"/>
            <a:ext cx="7853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004A"/>
                </a:solidFill>
                <a:latin typeface="Comfortaa" pitchFamily="2" charset="0"/>
                <a:ea typeface="+mj-ea"/>
                <a:cs typeface="+mj-cs"/>
              </a:rPr>
              <a:t>One object with identity</a:t>
            </a:r>
          </a:p>
        </p:txBody>
      </p:sp>
    </p:spTree>
    <p:extLst>
      <p:ext uri="{BB962C8B-B14F-4D97-AF65-F5344CB8AC3E}">
        <p14:creationId xmlns:p14="http://schemas.microsoft.com/office/powerpoint/2010/main" val="1820674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Categories represent </a:t>
            </a:r>
            <a:r>
              <a:rPr lang="en-US" u="sng" dirty="0"/>
              <a:t>meaning</a:t>
            </a:r>
            <a:endParaRPr lang="en-US" i="1" u="sng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63A98C-57D8-FB44-A157-2B6DCBA19551}"/>
              </a:ext>
            </a:extLst>
          </p:cNvPr>
          <p:cNvSpPr txBox="1"/>
          <p:nvPr/>
        </p:nvSpPr>
        <p:spPr>
          <a:xfrm>
            <a:off x="8178094" y="3013500"/>
            <a:ext cx="21371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Disc(1)</a:t>
            </a:r>
            <a:endParaRPr lang="en-US" sz="4800" b="1" u="sng" dirty="0">
              <a:solidFill>
                <a:srgbClr val="287897"/>
              </a:solidFill>
              <a:latin typeface="Comfortaa" pitchFamily="2" charset="0"/>
              <a:ea typeface="+mj-ea"/>
              <a:cs typeface="+mj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9275DA5-8653-1B4F-B506-733D629DFEB7}"/>
              </a:ext>
            </a:extLst>
          </p:cNvPr>
          <p:cNvGrpSpPr/>
          <p:nvPr/>
        </p:nvGrpSpPr>
        <p:grpSpPr>
          <a:xfrm>
            <a:off x="3831771" y="1936596"/>
            <a:ext cx="4027716" cy="3049061"/>
            <a:chOff x="3831771" y="1936596"/>
            <a:chExt cx="4027716" cy="304906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6A159A6-9B61-F149-9367-78C0B9A06C11}"/>
                </a:ext>
              </a:extLst>
            </p:cNvPr>
            <p:cNvGrpSpPr/>
            <p:nvPr/>
          </p:nvGrpSpPr>
          <p:grpSpPr>
            <a:xfrm>
              <a:off x="4362848" y="2971800"/>
              <a:ext cx="2987334" cy="914400"/>
              <a:chOff x="4362848" y="2971800"/>
              <a:chExt cx="2987334" cy="9144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ACD585C-3F0C-6649-8DC0-D686BF87E8CE}"/>
                  </a:ext>
                </a:extLst>
              </p:cNvPr>
              <p:cNvSpPr/>
              <p:nvPr/>
            </p:nvSpPr>
            <p:spPr>
              <a:xfrm>
                <a:off x="6435782" y="2971800"/>
                <a:ext cx="914400" cy="914400"/>
              </a:xfrm>
              <a:prstGeom prst="ellipse">
                <a:avLst/>
              </a:prstGeom>
              <a:solidFill>
                <a:srgbClr val="28789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E3F1950-85C2-594B-91B3-AB974DD12A8D}"/>
                  </a:ext>
                </a:extLst>
              </p:cNvPr>
              <p:cNvSpPr/>
              <p:nvPr/>
            </p:nvSpPr>
            <p:spPr>
              <a:xfrm>
                <a:off x="4362848" y="3013501"/>
                <a:ext cx="1091966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800" b="1" dirty="0" err="1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id</a:t>
                </a:r>
                <a:r>
                  <a:rPr lang="en-US" sz="4800" b="1" baseline="-25000" dirty="0" err="1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A</a:t>
                </a:r>
                <a:endParaRPr lang="en-US" baseline="-25000" dirty="0">
                  <a:solidFill>
                    <a:srgbClr val="287897"/>
                  </a:solidFill>
                </a:endParaRPr>
              </a:p>
            </p:txBody>
          </p:sp>
          <p:cxnSp>
            <p:nvCxnSpPr>
              <p:cNvPr id="23" name="Elbow Connector 7">
                <a:extLst>
                  <a:ext uri="{FF2B5EF4-FFF2-40B4-BE49-F238E27FC236}">
                    <a16:creationId xmlns:a16="http://schemas.microsoft.com/office/drawing/2014/main" id="{C0A93D3F-53EC-534A-B321-F95825AD9F4B}"/>
                  </a:ext>
                </a:extLst>
              </p:cNvPr>
              <p:cNvCxnSpPr>
                <a:cxnSpLocks/>
                <a:stCxn id="21" idx="3"/>
                <a:endCxn id="21" idx="1"/>
              </p:cNvCxnSpPr>
              <p:nvPr/>
            </p:nvCxnSpPr>
            <p:spPr>
              <a:xfrm rot="5400000" flipH="1">
                <a:off x="6246404" y="3429000"/>
                <a:ext cx="646578" cy="12700"/>
              </a:xfrm>
              <a:prstGeom prst="curvedConnector5">
                <a:avLst>
                  <a:gd name="adj1" fmla="val -35355"/>
                  <a:gd name="adj2" fmla="val 7945583"/>
                  <a:gd name="adj3" fmla="val 135355"/>
                </a:avLst>
              </a:prstGeom>
              <a:solidFill>
                <a:srgbClr val="287897"/>
              </a:solidFill>
              <a:ln w="57150">
                <a:solidFill>
                  <a:srgbClr val="287897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B181E41-4FDC-5D43-8D54-79E74071607F}"/>
                </a:ext>
              </a:extLst>
            </p:cNvPr>
            <p:cNvSpPr/>
            <p:nvPr/>
          </p:nvSpPr>
          <p:spPr>
            <a:xfrm>
              <a:off x="3831771" y="1936596"/>
              <a:ext cx="4027716" cy="3049061"/>
            </a:xfrm>
            <a:prstGeom prst="rect">
              <a:avLst/>
            </a:prstGeom>
            <a:noFill/>
            <a:ln w="57150">
              <a:solidFill>
                <a:srgbClr val="2878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5758455-5AC8-E54C-BB80-55C1186817E2}"/>
              </a:ext>
            </a:extLst>
          </p:cNvPr>
          <p:cNvSpPr/>
          <p:nvPr/>
        </p:nvSpPr>
        <p:spPr>
          <a:xfrm>
            <a:off x="2850803" y="3055203"/>
            <a:ext cx="66236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i="1" dirty="0">
                <a:solidFill>
                  <a:srgbClr val="287897"/>
                </a:solidFill>
                <a:latin typeface="Comfortaa" pitchFamily="2" charset="0"/>
              </a:rPr>
              <a:t>C</a:t>
            </a:r>
            <a:endParaRPr lang="en-US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1D855A-BEC5-D74F-ADF6-8E09A1DFF011}"/>
              </a:ext>
            </a:extLst>
          </p:cNvPr>
          <p:cNvSpPr txBox="1"/>
          <p:nvPr/>
        </p:nvSpPr>
        <p:spPr>
          <a:xfrm>
            <a:off x="5323192" y="5477472"/>
            <a:ext cx="1545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004A"/>
                </a:solidFill>
                <a:latin typeface="Comfortaa" pitchFamily="2" charset="0"/>
                <a:ea typeface="+mj-ea"/>
                <a:cs typeface="+mj-cs"/>
              </a:rPr>
              <a:t>I am</a:t>
            </a:r>
          </a:p>
        </p:txBody>
      </p:sp>
    </p:spTree>
    <p:extLst>
      <p:ext uri="{BB962C8B-B14F-4D97-AF65-F5344CB8AC3E}">
        <p14:creationId xmlns:p14="http://schemas.microsoft.com/office/powerpoint/2010/main" val="494919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Categories represent </a:t>
            </a:r>
            <a:r>
              <a:rPr lang="en-US" u="sng" dirty="0"/>
              <a:t>patterns</a:t>
            </a:r>
            <a:endParaRPr lang="en-US" i="1" u="sng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63A98C-57D8-FB44-A157-2B6DCBA19551}"/>
              </a:ext>
            </a:extLst>
          </p:cNvPr>
          <p:cNvSpPr txBox="1"/>
          <p:nvPr/>
        </p:nvSpPr>
        <p:spPr>
          <a:xfrm>
            <a:off x="8178094" y="3013500"/>
            <a:ext cx="21371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Disc(1)</a:t>
            </a:r>
            <a:endParaRPr lang="en-US" sz="4800" b="1" u="sng" dirty="0">
              <a:solidFill>
                <a:srgbClr val="287897"/>
              </a:solidFill>
              <a:latin typeface="Comfortaa" pitchFamily="2" charset="0"/>
              <a:ea typeface="+mj-ea"/>
              <a:cs typeface="+mj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9275DA5-8653-1B4F-B506-733D629DFEB7}"/>
              </a:ext>
            </a:extLst>
          </p:cNvPr>
          <p:cNvGrpSpPr/>
          <p:nvPr/>
        </p:nvGrpSpPr>
        <p:grpSpPr>
          <a:xfrm>
            <a:off x="3831771" y="1936596"/>
            <a:ext cx="4027716" cy="3049061"/>
            <a:chOff x="3831771" y="1936596"/>
            <a:chExt cx="4027716" cy="304906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6A159A6-9B61-F149-9367-78C0B9A06C11}"/>
                </a:ext>
              </a:extLst>
            </p:cNvPr>
            <p:cNvGrpSpPr/>
            <p:nvPr/>
          </p:nvGrpSpPr>
          <p:grpSpPr>
            <a:xfrm>
              <a:off x="4362848" y="2971800"/>
              <a:ext cx="2987334" cy="914400"/>
              <a:chOff x="4362848" y="2971800"/>
              <a:chExt cx="2987334" cy="9144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ACD585C-3F0C-6649-8DC0-D686BF87E8CE}"/>
                  </a:ext>
                </a:extLst>
              </p:cNvPr>
              <p:cNvSpPr/>
              <p:nvPr/>
            </p:nvSpPr>
            <p:spPr>
              <a:xfrm>
                <a:off x="6435782" y="2971800"/>
                <a:ext cx="914400" cy="914400"/>
              </a:xfrm>
              <a:prstGeom prst="ellipse">
                <a:avLst/>
              </a:prstGeom>
              <a:solidFill>
                <a:srgbClr val="28789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E3F1950-85C2-594B-91B3-AB974DD12A8D}"/>
                  </a:ext>
                </a:extLst>
              </p:cNvPr>
              <p:cNvSpPr/>
              <p:nvPr/>
            </p:nvSpPr>
            <p:spPr>
              <a:xfrm>
                <a:off x="4362848" y="3013501"/>
                <a:ext cx="1091966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800" b="1" dirty="0" err="1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id</a:t>
                </a:r>
                <a:r>
                  <a:rPr lang="en-US" sz="4800" b="1" baseline="-25000" dirty="0" err="1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A</a:t>
                </a:r>
                <a:endParaRPr lang="en-US" baseline="-25000" dirty="0">
                  <a:solidFill>
                    <a:srgbClr val="287897"/>
                  </a:solidFill>
                </a:endParaRPr>
              </a:p>
            </p:txBody>
          </p:sp>
          <p:cxnSp>
            <p:nvCxnSpPr>
              <p:cNvPr id="23" name="Elbow Connector 7">
                <a:extLst>
                  <a:ext uri="{FF2B5EF4-FFF2-40B4-BE49-F238E27FC236}">
                    <a16:creationId xmlns:a16="http://schemas.microsoft.com/office/drawing/2014/main" id="{C0A93D3F-53EC-534A-B321-F95825AD9F4B}"/>
                  </a:ext>
                </a:extLst>
              </p:cNvPr>
              <p:cNvCxnSpPr>
                <a:cxnSpLocks/>
                <a:stCxn id="21" idx="3"/>
                <a:endCxn id="21" idx="1"/>
              </p:cNvCxnSpPr>
              <p:nvPr/>
            </p:nvCxnSpPr>
            <p:spPr>
              <a:xfrm rot="5400000" flipH="1">
                <a:off x="6246404" y="3429000"/>
                <a:ext cx="646578" cy="12700"/>
              </a:xfrm>
              <a:prstGeom prst="curvedConnector5">
                <a:avLst>
                  <a:gd name="adj1" fmla="val -35355"/>
                  <a:gd name="adj2" fmla="val 7945583"/>
                  <a:gd name="adj3" fmla="val 135355"/>
                </a:avLst>
              </a:prstGeom>
              <a:solidFill>
                <a:srgbClr val="287897"/>
              </a:solidFill>
              <a:ln w="57150">
                <a:solidFill>
                  <a:srgbClr val="287897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B181E41-4FDC-5D43-8D54-79E74071607F}"/>
                </a:ext>
              </a:extLst>
            </p:cNvPr>
            <p:cNvSpPr/>
            <p:nvPr/>
          </p:nvSpPr>
          <p:spPr>
            <a:xfrm>
              <a:off x="3831771" y="1936596"/>
              <a:ext cx="4027716" cy="3049061"/>
            </a:xfrm>
            <a:prstGeom prst="rect">
              <a:avLst/>
            </a:prstGeom>
            <a:noFill/>
            <a:ln w="57150">
              <a:solidFill>
                <a:srgbClr val="2878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5758455-5AC8-E54C-BB80-55C1186817E2}"/>
              </a:ext>
            </a:extLst>
          </p:cNvPr>
          <p:cNvSpPr/>
          <p:nvPr/>
        </p:nvSpPr>
        <p:spPr>
          <a:xfrm>
            <a:off x="2850803" y="3055203"/>
            <a:ext cx="66236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i="1" dirty="0">
                <a:solidFill>
                  <a:srgbClr val="287897"/>
                </a:solidFill>
                <a:latin typeface="Comfortaa" pitchFamily="2" charset="0"/>
              </a:rPr>
              <a:t>C</a:t>
            </a:r>
            <a:endParaRPr lang="en-US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1D855A-BEC5-D74F-ADF6-8E09A1DFF011}"/>
              </a:ext>
            </a:extLst>
          </p:cNvPr>
          <p:cNvSpPr txBox="1"/>
          <p:nvPr/>
        </p:nvSpPr>
        <p:spPr>
          <a:xfrm>
            <a:off x="1696400" y="5250715"/>
            <a:ext cx="87992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4A"/>
                </a:solidFill>
                <a:latin typeface="Comfortaa" pitchFamily="2" charset="0"/>
                <a:ea typeface="+mj-ea"/>
                <a:cs typeface="+mj-cs"/>
              </a:rPr>
              <a:t>Whatever matches this shape,</a:t>
            </a:r>
          </a:p>
          <a:p>
            <a:pPr algn="ctr"/>
            <a:r>
              <a:rPr lang="en-US" sz="3600" b="1" i="1" u="sng" dirty="0">
                <a:solidFill>
                  <a:srgbClr val="FF004A"/>
                </a:solidFill>
                <a:latin typeface="Comfortaa" pitchFamily="2" charset="0"/>
                <a:ea typeface="+mj-ea"/>
                <a:cs typeface="+mj-cs"/>
              </a:rPr>
              <a:t>is</a:t>
            </a:r>
            <a:r>
              <a:rPr lang="en-US" sz="3600" b="1" dirty="0">
                <a:solidFill>
                  <a:srgbClr val="FF004A"/>
                </a:solidFill>
                <a:latin typeface="Comfortaa" pitchFamily="2" charset="0"/>
                <a:ea typeface="+mj-ea"/>
                <a:cs typeface="+mj-cs"/>
              </a:rPr>
              <a:t> an object with identity (i.e., </a:t>
            </a:r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Disc(1)</a:t>
            </a:r>
            <a:r>
              <a:rPr lang="en-US" sz="3600" b="1" dirty="0">
                <a:solidFill>
                  <a:srgbClr val="FF004A"/>
                </a:solidFill>
                <a:latin typeface="Comfortaa" pitchFamily="2" charset="0"/>
                <a:ea typeface="+mj-ea"/>
                <a:cs typeface="+mj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35902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… and then there were </a:t>
            </a:r>
            <a:r>
              <a:rPr lang="en-US" u="sng" dirty="0"/>
              <a:t>two</a:t>
            </a:r>
            <a:r>
              <a:rPr lang="en-US" dirty="0"/>
              <a:t> objects</a:t>
            </a:r>
            <a:endParaRPr lang="en-US" i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1A3B0E5-E1B4-684E-B717-B06B94A6A9E5}"/>
              </a:ext>
            </a:extLst>
          </p:cNvPr>
          <p:cNvGrpSpPr/>
          <p:nvPr/>
        </p:nvGrpSpPr>
        <p:grpSpPr>
          <a:xfrm>
            <a:off x="2920490" y="2970879"/>
            <a:ext cx="6351020" cy="916242"/>
            <a:chOff x="4362848" y="2969958"/>
            <a:chExt cx="6351020" cy="91624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6A159A6-9B61-F149-9367-78C0B9A06C11}"/>
                </a:ext>
              </a:extLst>
            </p:cNvPr>
            <p:cNvGrpSpPr/>
            <p:nvPr/>
          </p:nvGrpSpPr>
          <p:grpSpPr>
            <a:xfrm>
              <a:off x="4362848" y="2971800"/>
              <a:ext cx="2987334" cy="914400"/>
              <a:chOff x="4362848" y="2971800"/>
              <a:chExt cx="2987334" cy="9144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ACD585C-3F0C-6649-8DC0-D686BF87E8CE}"/>
                  </a:ext>
                </a:extLst>
              </p:cNvPr>
              <p:cNvSpPr/>
              <p:nvPr/>
            </p:nvSpPr>
            <p:spPr>
              <a:xfrm>
                <a:off x="6435782" y="2971800"/>
                <a:ext cx="914400" cy="914400"/>
              </a:xfrm>
              <a:prstGeom prst="ellipse">
                <a:avLst/>
              </a:prstGeom>
              <a:solidFill>
                <a:srgbClr val="28789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E3F1950-85C2-594B-91B3-AB974DD12A8D}"/>
                  </a:ext>
                </a:extLst>
              </p:cNvPr>
              <p:cNvSpPr/>
              <p:nvPr/>
            </p:nvSpPr>
            <p:spPr>
              <a:xfrm>
                <a:off x="4362848" y="3013501"/>
                <a:ext cx="1091966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800" b="1" dirty="0" err="1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id</a:t>
                </a:r>
                <a:r>
                  <a:rPr lang="en-US" sz="4800" b="1" baseline="-25000" dirty="0" err="1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A</a:t>
                </a:r>
                <a:endParaRPr lang="en-US" baseline="-25000" dirty="0">
                  <a:solidFill>
                    <a:srgbClr val="287897"/>
                  </a:solidFill>
                </a:endParaRPr>
              </a:p>
            </p:txBody>
          </p:sp>
          <p:cxnSp>
            <p:nvCxnSpPr>
              <p:cNvPr id="23" name="Elbow Connector 7">
                <a:extLst>
                  <a:ext uri="{FF2B5EF4-FFF2-40B4-BE49-F238E27FC236}">
                    <a16:creationId xmlns:a16="http://schemas.microsoft.com/office/drawing/2014/main" id="{C0A93D3F-53EC-534A-B321-F95825AD9F4B}"/>
                  </a:ext>
                </a:extLst>
              </p:cNvPr>
              <p:cNvCxnSpPr>
                <a:cxnSpLocks/>
                <a:stCxn id="21" idx="3"/>
                <a:endCxn id="21" idx="1"/>
              </p:cNvCxnSpPr>
              <p:nvPr/>
            </p:nvCxnSpPr>
            <p:spPr>
              <a:xfrm rot="5400000" flipH="1">
                <a:off x="6246404" y="3429000"/>
                <a:ext cx="646578" cy="12700"/>
              </a:xfrm>
              <a:prstGeom prst="curvedConnector5">
                <a:avLst>
                  <a:gd name="adj1" fmla="val -35355"/>
                  <a:gd name="adj2" fmla="val 7945583"/>
                  <a:gd name="adj3" fmla="val 135355"/>
                </a:avLst>
              </a:prstGeom>
              <a:solidFill>
                <a:srgbClr val="287897"/>
              </a:solidFill>
              <a:ln w="57150">
                <a:solidFill>
                  <a:srgbClr val="287897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F78A1F3-BD2E-634F-8C82-3833F5040C21}"/>
                </a:ext>
              </a:extLst>
            </p:cNvPr>
            <p:cNvGrpSpPr/>
            <p:nvPr/>
          </p:nvGrpSpPr>
          <p:grpSpPr>
            <a:xfrm>
              <a:off x="7726534" y="2969958"/>
              <a:ext cx="2987334" cy="914400"/>
              <a:chOff x="4362848" y="2971800"/>
              <a:chExt cx="2987334" cy="9144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3811F5C-5E18-9949-A2B5-78B250745548}"/>
                  </a:ext>
                </a:extLst>
              </p:cNvPr>
              <p:cNvSpPr/>
              <p:nvPr/>
            </p:nvSpPr>
            <p:spPr>
              <a:xfrm>
                <a:off x="6435782" y="2971800"/>
                <a:ext cx="914400" cy="914400"/>
              </a:xfrm>
              <a:prstGeom prst="ellipse">
                <a:avLst/>
              </a:prstGeom>
              <a:solidFill>
                <a:srgbClr val="28789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815F510-4EFE-5748-8D71-0C9223BFA31B}"/>
                  </a:ext>
                </a:extLst>
              </p:cNvPr>
              <p:cNvSpPr/>
              <p:nvPr/>
            </p:nvSpPr>
            <p:spPr>
              <a:xfrm>
                <a:off x="4362848" y="3013501"/>
                <a:ext cx="1091966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800" b="1" dirty="0" err="1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id</a:t>
                </a:r>
                <a:r>
                  <a:rPr lang="en-US" sz="4800" b="1" baseline="-25000" dirty="0" err="1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B</a:t>
                </a:r>
                <a:endParaRPr lang="en-US" baseline="-25000" dirty="0">
                  <a:solidFill>
                    <a:srgbClr val="287897"/>
                  </a:solidFill>
                </a:endParaRPr>
              </a:p>
            </p:txBody>
          </p:sp>
          <p:cxnSp>
            <p:nvCxnSpPr>
              <p:cNvPr id="11" name="Elbow Connector 7">
                <a:extLst>
                  <a:ext uri="{FF2B5EF4-FFF2-40B4-BE49-F238E27FC236}">
                    <a16:creationId xmlns:a16="http://schemas.microsoft.com/office/drawing/2014/main" id="{5FFD614B-D63D-7244-A6A4-0F4C06CC2793}"/>
                  </a:ext>
                </a:extLst>
              </p:cNvPr>
              <p:cNvCxnSpPr>
                <a:cxnSpLocks/>
                <a:stCxn id="9" idx="3"/>
                <a:endCxn id="9" idx="1"/>
              </p:cNvCxnSpPr>
              <p:nvPr/>
            </p:nvCxnSpPr>
            <p:spPr>
              <a:xfrm rot="5400000" flipH="1">
                <a:off x="6246404" y="3429000"/>
                <a:ext cx="646578" cy="12700"/>
              </a:xfrm>
              <a:prstGeom prst="curvedConnector5">
                <a:avLst>
                  <a:gd name="adj1" fmla="val -35355"/>
                  <a:gd name="adj2" fmla="val 7945583"/>
                  <a:gd name="adj3" fmla="val 135355"/>
                </a:avLst>
              </a:prstGeom>
              <a:solidFill>
                <a:srgbClr val="287897"/>
              </a:solidFill>
              <a:ln w="57150">
                <a:solidFill>
                  <a:srgbClr val="287897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41175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… and then there were </a:t>
            </a:r>
            <a:r>
              <a:rPr lang="en-US" u="sng" dirty="0"/>
              <a:t>two</a:t>
            </a:r>
            <a:r>
              <a:rPr lang="en-US" dirty="0"/>
              <a:t> objects</a:t>
            </a:r>
            <a:endParaRPr lang="en-US" i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95A6C9-AD95-2841-937C-0D6196ECE64F}"/>
              </a:ext>
            </a:extLst>
          </p:cNvPr>
          <p:cNvGrpSpPr/>
          <p:nvPr/>
        </p:nvGrpSpPr>
        <p:grpSpPr>
          <a:xfrm>
            <a:off x="5262607" y="3013501"/>
            <a:ext cx="1666786" cy="830998"/>
            <a:chOff x="5478523" y="4138411"/>
            <a:chExt cx="1666786" cy="8309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4E11EE-9BE9-3E4D-9116-B2D86E2A017F}"/>
                </a:ext>
              </a:extLst>
            </p:cNvPr>
            <p:cNvSpPr/>
            <p:nvPr/>
          </p:nvSpPr>
          <p:spPr>
            <a:xfrm>
              <a:off x="5478523" y="4138411"/>
              <a:ext cx="617477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8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A</a:t>
              </a:r>
              <a:endParaRPr lang="en-US" dirty="0">
                <a:solidFill>
                  <a:srgbClr val="287897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CA313A-8577-3D4A-98D8-BA2A72E0F1DE}"/>
                </a:ext>
              </a:extLst>
            </p:cNvPr>
            <p:cNvSpPr/>
            <p:nvPr/>
          </p:nvSpPr>
          <p:spPr>
            <a:xfrm>
              <a:off x="6515008" y="4138412"/>
              <a:ext cx="630301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8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B</a:t>
              </a:r>
              <a:endParaRPr lang="en-US" dirty="0">
                <a:solidFill>
                  <a:srgbClr val="287897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462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… and a new </a:t>
            </a:r>
            <a:r>
              <a:rPr lang="en-US" u="sng" dirty="0"/>
              <a:t>category</a:t>
            </a:r>
            <a:endParaRPr lang="en-US" i="1" u="sng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50A9849-65A7-F944-A1D6-CF3065E38FEB}"/>
              </a:ext>
            </a:extLst>
          </p:cNvPr>
          <p:cNvGrpSpPr/>
          <p:nvPr/>
        </p:nvGrpSpPr>
        <p:grpSpPr>
          <a:xfrm>
            <a:off x="4811486" y="2515847"/>
            <a:ext cx="5623957" cy="1826306"/>
            <a:chOff x="4811486" y="2515846"/>
            <a:chExt cx="5623957" cy="182630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695A6C9-AD95-2841-937C-0D6196ECE64F}"/>
                </a:ext>
              </a:extLst>
            </p:cNvPr>
            <p:cNvGrpSpPr/>
            <p:nvPr/>
          </p:nvGrpSpPr>
          <p:grpSpPr>
            <a:xfrm>
              <a:off x="5262607" y="3013501"/>
              <a:ext cx="1666786" cy="830998"/>
              <a:chOff x="5478523" y="4138411"/>
              <a:chExt cx="1666786" cy="83099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14E11EE-9BE9-3E4D-9116-B2D86E2A017F}"/>
                  </a:ext>
                </a:extLst>
              </p:cNvPr>
              <p:cNvSpPr/>
              <p:nvPr/>
            </p:nvSpPr>
            <p:spPr>
              <a:xfrm>
                <a:off x="5478523" y="4138411"/>
                <a:ext cx="61747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800" b="1" dirty="0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A</a:t>
                </a:r>
                <a:endParaRPr lang="en-US" dirty="0">
                  <a:solidFill>
                    <a:srgbClr val="287897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DCA313A-8577-3D4A-98D8-BA2A72E0F1DE}"/>
                  </a:ext>
                </a:extLst>
              </p:cNvPr>
              <p:cNvSpPr/>
              <p:nvPr/>
            </p:nvSpPr>
            <p:spPr>
              <a:xfrm>
                <a:off x="6515008" y="4138412"/>
                <a:ext cx="63030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800" b="1" dirty="0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B</a:t>
                </a:r>
                <a:endParaRPr lang="en-US" dirty="0">
                  <a:solidFill>
                    <a:srgbClr val="287897"/>
                  </a:solidFill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7773507-1756-6C45-9EED-E02DE4773C23}"/>
                </a:ext>
              </a:extLst>
            </p:cNvPr>
            <p:cNvSpPr/>
            <p:nvPr/>
          </p:nvSpPr>
          <p:spPr>
            <a:xfrm>
              <a:off x="4811486" y="2515846"/>
              <a:ext cx="2569028" cy="1826306"/>
            </a:xfrm>
            <a:prstGeom prst="rect">
              <a:avLst/>
            </a:prstGeom>
            <a:noFill/>
            <a:ln w="57150">
              <a:solidFill>
                <a:srgbClr val="2878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995660F-E1F7-7545-9E91-7597ACA2F721}"/>
                </a:ext>
              </a:extLst>
            </p:cNvPr>
            <p:cNvSpPr txBox="1"/>
            <p:nvPr/>
          </p:nvSpPr>
          <p:spPr>
            <a:xfrm>
              <a:off x="8178094" y="3013500"/>
              <a:ext cx="225734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Disc(2)</a:t>
              </a:r>
              <a:endParaRPr lang="en-US" sz="4800" b="1" u="sng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18C42C5-B318-DA48-A1A2-8768F1761FA9}"/>
              </a:ext>
            </a:extLst>
          </p:cNvPr>
          <p:cNvSpPr txBox="1"/>
          <p:nvPr/>
        </p:nvSpPr>
        <p:spPr>
          <a:xfrm>
            <a:off x="5361664" y="5477472"/>
            <a:ext cx="14686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004A"/>
                </a:solidFill>
                <a:latin typeface="Comfortaa" pitchFamily="2" charset="0"/>
                <a:ea typeface="+mj-ea"/>
                <a:cs typeface="+mj-cs"/>
              </a:rPr>
              <a:t>Pair</a:t>
            </a:r>
          </a:p>
        </p:txBody>
      </p:sp>
    </p:spTree>
    <p:extLst>
      <p:ext uri="{BB962C8B-B14F-4D97-AF65-F5344CB8AC3E}">
        <p14:creationId xmlns:p14="http://schemas.microsoft.com/office/powerpoint/2010/main" val="864200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… and a new </a:t>
            </a:r>
            <a:r>
              <a:rPr lang="en-US" u="sng" dirty="0"/>
              <a:t>arrow</a:t>
            </a:r>
            <a:endParaRPr lang="en-US" i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95A6C9-AD95-2841-937C-0D6196ECE64F}"/>
              </a:ext>
            </a:extLst>
          </p:cNvPr>
          <p:cNvGrpSpPr/>
          <p:nvPr/>
        </p:nvGrpSpPr>
        <p:grpSpPr>
          <a:xfrm>
            <a:off x="5262607" y="3013501"/>
            <a:ext cx="1666786" cy="830998"/>
            <a:chOff x="5478523" y="4138411"/>
            <a:chExt cx="1666786" cy="8309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4E11EE-9BE9-3E4D-9116-B2D86E2A017F}"/>
                </a:ext>
              </a:extLst>
            </p:cNvPr>
            <p:cNvSpPr/>
            <p:nvPr/>
          </p:nvSpPr>
          <p:spPr>
            <a:xfrm>
              <a:off x="5478523" y="4138411"/>
              <a:ext cx="617477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8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A</a:t>
              </a:r>
              <a:endParaRPr lang="en-US" dirty="0">
                <a:solidFill>
                  <a:srgbClr val="287897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CA313A-8577-3D4A-98D8-BA2A72E0F1DE}"/>
                </a:ext>
              </a:extLst>
            </p:cNvPr>
            <p:cNvSpPr/>
            <p:nvPr/>
          </p:nvSpPr>
          <p:spPr>
            <a:xfrm>
              <a:off x="6515008" y="4138412"/>
              <a:ext cx="630301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8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B</a:t>
              </a:r>
              <a:endParaRPr lang="en-US" dirty="0">
                <a:solidFill>
                  <a:srgbClr val="287897"/>
                </a:solidFill>
              </a:endParaRPr>
            </a:p>
          </p:txBody>
        </p:sp>
      </p:grpSp>
      <p:cxnSp>
        <p:nvCxnSpPr>
          <p:cNvPr id="6" name="Elbow Connector 7">
            <a:extLst>
              <a:ext uri="{FF2B5EF4-FFF2-40B4-BE49-F238E27FC236}">
                <a16:creationId xmlns:a16="http://schemas.microsoft.com/office/drawing/2014/main" id="{44AF8493-E376-3E4D-96F6-7578BEA47EE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89650" y="3105711"/>
            <a:ext cx="12700" cy="646578"/>
          </a:xfrm>
          <a:prstGeom prst="straightConnector1">
            <a:avLst/>
          </a:prstGeom>
          <a:solidFill>
            <a:srgbClr val="287897"/>
          </a:solidFill>
          <a:ln w="57150">
            <a:solidFill>
              <a:srgbClr val="287897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CFB7CFF-8E32-BD42-8B3C-A521F75E329F}"/>
              </a:ext>
            </a:extLst>
          </p:cNvPr>
          <p:cNvSpPr/>
          <p:nvPr/>
        </p:nvSpPr>
        <p:spPr>
          <a:xfrm>
            <a:off x="5829248" y="2721820"/>
            <a:ext cx="4106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i="1" dirty="0">
                <a:solidFill>
                  <a:srgbClr val="287897"/>
                </a:solidFill>
                <a:latin typeface="Comfortaa" pitchFamily="2" charset="0"/>
              </a:rPr>
              <a:t>f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CAC1BA-0204-1444-91E0-A0705E8E275E}"/>
                  </a:ext>
                </a:extLst>
              </p:cNvPr>
              <p:cNvSpPr txBox="1"/>
              <p:nvPr/>
            </p:nvSpPr>
            <p:spPr>
              <a:xfrm>
                <a:off x="5486603" y="3844498"/>
                <a:ext cx="12187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dirty="0">
                  <a:solidFill>
                    <a:srgbClr val="287897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CAC1BA-0204-1444-91E0-A0705E8E2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603" y="3844498"/>
                <a:ext cx="1218795" cy="369332"/>
              </a:xfrm>
              <a:prstGeom prst="rect">
                <a:avLst/>
              </a:prstGeom>
              <a:blipFill>
                <a:blip r:embed="rId2"/>
                <a:stretch>
                  <a:fillRect l="-9375" r="-520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9762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… and a new </a:t>
            </a:r>
            <a:r>
              <a:rPr lang="en-US" u="sng" dirty="0"/>
              <a:t>arrow</a:t>
            </a:r>
            <a:endParaRPr lang="en-US" i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95A6C9-AD95-2841-937C-0D6196ECE64F}"/>
              </a:ext>
            </a:extLst>
          </p:cNvPr>
          <p:cNvGrpSpPr/>
          <p:nvPr/>
        </p:nvGrpSpPr>
        <p:grpSpPr>
          <a:xfrm>
            <a:off x="5262607" y="3013501"/>
            <a:ext cx="1666786" cy="830998"/>
            <a:chOff x="5478523" y="4138411"/>
            <a:chExt cx="1666786" cy="8309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4E11EE-9BE9-3E4D-9116-B2D86E2A017F}"/>
                </a:ext>
              </a:extLst>
            </p:cNvPr>
            <p:cNvSpPr/>
            <p:nvPr/>
          </p:nvSpPr>
          <p:spPr>
            <a:xfrm>
              <a:off x="5478523" y="4138411"/>
              <a:ext cx="617477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8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A</a:t>
              </a:r>
              <a:endParaRPr lang="en-US" dirty="0">
                <a:solidFill>
                  <a:srgbClr val="287897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CA313A-8577-3D4A-98D8-BA2A72E0F1DE}"/>
                </a:ext>
              </a:extLst>
            </p:cNvPr>
            <p:cNvSpPr/>
            <p:nvPr/>
          </p:nvSpPr>
          <p:spPr>
            <a:xfrm>
              <a:off x="6515008" y="4138412"/>
              <a:ext cx="630301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8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B</a:t>
              </a:r>
              <a:endParaRPr lang="en-US" dirty="0">
                <a:solidFill>
                  <a:srgbClr val="287897"/>
                </a:solidFill>
              </a:endParaRPr>
            </a:p>
          </p:txBody>
        </p:sp>
      </p:grpSp>
      <p:cxnSp>
        <p:nvCxnSpPr>
          <p:cNvPr id="6" name="Elbow Connector 7">
            <a:extLst>
              <a:ext uri="{FF2B5EF4-FFF2-40B4-BE49-F238E27FC236}">
                <a16:creationId xmlns:a16="http://schemas.microsoft.com/office/drawing/2014/main" id="{44AF8493-E376-3E4D-96F6-7578BEA47EE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89650" y="3105711"/>
            <a:ext cx="12700" cy="646578"/>
          </a:xfrm>
          <a:prstGeom prst="straightConnector1">
            <a:avLst/>
          </a:prstGeom>
          <a:solidFill>
            <a:srgbClr val="287897"/>
          </a:solidFill>
          <a:ln w="57150">
            <a:solidFill>
              <a:srgbClr val="287897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CFB7CFF-8E32-BD42-8B3C-A521F75E329F}"/>
              </a:ext>
            </a:extLst>
          </p:cNvPr>
          <p:cNvSpPr/>
          <p:nvPr/>
        </p:nvSpPr>
        <p:spPr>
          <a:xfrm>
            <a:off x="5829248" y="2721820"/>
            <a:ext cx="4106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i="1" dirty="0">
                <a:solidFill>
                  <a:srgbClr val="287897"/>
                </a:solidFill>
                <a:latin typeface="Comfortaa" pitchFamily="2" charset="0"/>
              </a:rPr>
              <a:t>f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CAC1BA-0204-1444-91E0-A0705E8E275E}"/>
                  </a:ext>
                </a:extLst>
              </p:cNvPr>
              <p:cNvSpPr txBox="1"/>
              <p:nvPr/>
            </p:nvSpPr>
            <p:spPr>
              <a:xfrm>
                <a:off x="5486603" y="3844498"/>
                <a:ext cx="12187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dirty="0">
                  <a:solidFill>
                    <a:srgbClr val="287897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CAC1BA-0204-1444-91E0-A0705E8E2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603" y="3844498"/>
                <a:ext cx="1218795" cy="369332"/>
              </a:xfrm>
              <a:prstGeom prst="rect">
                <a:avLst/>
              </a:prstGeom>
              <a:blipFill>
                <a:blip r:embed="rId2"/>
                <a:stretch>
                  <a:fillRect l="-9375" r="-520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CBF0EC52-74C5-E847-AE94-E8E9EB1FB38A}"/>
              </a:ext>
            </a:extLst>
          </p:cNvPr>
          <p:cNvSpPr/>
          <p:nvPr/>
        </p:nvSpPr>
        <p:spPr>
          <a:xfrm>
            <a:off x="4811486" y="2515847"/>
            <a:ext cx="2569028" cy="1826306"/>
          </a:xfrm>
          <a:prstGeom prst="rect">
            <a:avLst/>
          </a:prstGeom>
          <a:noFill/>
          <a:ln w="57150">
            <a:solidFill>
              <a:srgbClr val="2878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196801-1385-344E-9D57-D2FD264D2B30}"/>
              </a:ext>
            </a:extLst>
          </p:cNvPr>
          <p:cNvSpPr txBox="1"/>
          <p:nvPr/>
        </p:nvSpPr>
        <p:spPr>
          <a:xfrm>
            <a:off x="8178094" y="3013501"/>
            <a:ext cx="20810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Arrow</a:t>
            </a:r>
            <a:endParaRPr lang="en-US" sz="4800" b="1" u="sng" dirty="0">
              <a:solidFill>
                <a:srgbClr val="287897"/>
              </a:solidFill>
              <a:latin typeface="Comfortaa" pitchFamily="2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56282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Arrows </a:t>
            </a:r>
            <a:r>
              <a:rPr lang="en-US" i="1" dirty="0"/>
              <a:t>compose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0832A0-8CC3-3849-BD25-295C67DDCDBC}"/>
              </a:ext>
            </a:extLst>
          </p:cNvPr>
          <p:cNvSpPr/>
          <p:nvPr/>
        </p:nvSpPr>
        <p:spPr>
          <a:xfrm>
            <a:off x="5262607" y="3013501"/>
            <a:ext cx="61747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A</a:t>
            </a:r>
            <a:endParaRPr lang="en-US" dirty="0">
              <a:solidFill>
                <a:srgbClr val="287897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8CC45A-58D0-5040-A343-B55260DC75DC}"/>
              </a:ext>
            </a:extLst>
          </p:cNvPr>
          <p:cNvSpPr/>
          <p:nvPr/>
        </p:nvSpPr>
        <p:spPr>
          <a:xfrm>
            <a:off x="6299092" y="3013502"/>
            <a:ext cx="6303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B</a:t>
            </a:r>
            <a:endParaRPr lang="en-US" dirty="0">
              <a:solidFill>
                <a:srgbClr val="287897"/>
              </a:solidFill>
            </a:endParaRPr>
          </a:p>
        </p:txBody>
      </p:sp>
      <p:cxnSp>
        <p:nvCxnSpPr>
          <p:cNvPr id="15" name="Elbow Connector 7">
            <a:extLst>
              <a:ext uri="{FF2B5EF4-FFF2-40B4-BE49-F238E27FC236}">
                <a16:creationId xmlns:a16="http://schemas.microsoft.com/office/drawing/2014/main" id="{4AA850BC-E04D-6246-A1AF-CAC3B54D052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89650" y="3105711"/>
            <a:ext cx="12700" cy="646578"/>
          </a:xfrm>
          <a:prstGeom prst="straightConnector1">
            <a:avLst/>
          </a:prstGeom>
          <a:solidFill>
            <a:srgbClr val="287897"/>
          </a:solidFill>
          <a:ln w="57150">
            <a:solidFill>
              <a:srgbClr val="287897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23A6382-8F3B-D640-A136-0727D523D814}"/>
              </a:ext>
            </a:extLst>
          </p:cNvPr>
          <p:cNvSpPr/>
          <p:nvPr/>
        </p:nvSpPr>
        <p:spPr>
          <a:xfrm>
            <a:off x="5868196" y="2856926"/>
            <a:ext cx="3353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i="1" dirty="0">
                <a:solidFill>
                  <a:srgbClr val="287897"/>
                </a:solidFill>
                <a:latin typeface="Comfortaa" pitchFamily="2" charset="0"/>
              </a:rPr>
              <a:t>f</a:t>
            </a:r>
            <a:endParaRPr lang="en-US" sz="11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50882F0-4981-7F4B-AB9B-0B829E474EC9}"/>
                  </a:ext>
                </a:extLst>
              </p:cNvPr>
              <p:cNvSpPr txBox="1"/>
              <p:nvPr/>
            </p:nvSpPr>
            <p:spPr>
              <a:xfrm>
                <a:off x="5486603" y="3844498"/>
                <a:ext cx="17325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28789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28789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𝑖𝑑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28789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4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28789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28789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𝑖𝑑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28789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287897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50882F0-4981-7F4B-AB9B-0B829E474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603" y="3844498"/>
                <a:ext cx="1732590" cy="369332"/>
              </a:xfrm>
              <a:prstGeom prst="rect">
                <a:avLst/>
              </a:prstGeom>
              <a:blipFill>
                <a:blip r:embed="rId2"/>
                <a:stretch>
                  <a:fillRect l="-4380" t="-6667" r="-73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5BFBAF0E-801B-5F40-A8CA-E8E8E22BE691}"/>
              </a:ext>
            </a:extLst>
          </p:cNvPr>
          <p:cNvSpPr/>
          <p:nvPr/>
        </p:nvSpPr>
        <p:spPr>
          <a:xfrm>
            <a:off x="3828184" y="3019851"/>
            <a:ext cx="61747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A</a:t>
            </a:r>
            <a:endParaRPr lang="en-US" dirty="0">
              <a:solidFill>
                <a:srgbClr val="287897"/>
              </a:solidFill>
            </a:endParaRPr>
          </a:p>
        </p:txBody>
      </p:sp>
      <p:cxnSp>
        <p:nvCxnSpPr>
          <p:cNvPr id="19" name="Elbow Connector 7">
            <a:extLst>
              <a:ext uri="{FF2B5EF4-FFF2-40B4-BE49-F238E27FC236}">
                <a16:creationId xmlns:a16="http://schemas.microsoft.com/office/drawing/2014/main" id="{078D780A-CFE4-0944-8CCC-96EAEF3EAEC6}"/>
              </a:ext>
            </a:extLst>
          </p:cNvPr>
          <p:cNvCxnSpPr>
            <a:cxnSpLocks/>
          </p:cNvCxnSpPr>
          <p:nvPr/>
        </p:nvCxnSpPr>
        <p:spPr>
          <a:xfrm flipV="1">
            <a:off x="4338288" y="3421048"/>
            <a:ext cx="1051404" cy="20653"/>
          </a:xfrm>
          <a:prstGeom prst="straightConnector1">
            <a:avLst/>
          </a:prstGeom>
          <a:solidFill>
            <a:srgbClr val="287897"/>
          </a:solidFill>
          <a:ln w="57150">
            <a:solidFill>
              <a:srgbClr val="287897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55D81A6-F575-8447-A92A-00CC001AF3D2}"/>
              </a:ext>
            </a:extLst>
          </p:cNvPr>
          <p:cNvSpPr/>
          <p:nvPr/>
        </p:nvSpPr>
        <p:spPr>
          <a:xfrm>
            <a:off x="4406556" y="2831523"/>
            <a:ext cx="7889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i="1" dirty="0" err="1">
                <a:solidFill>
                  <a:srgbClr val="287897"/>
                </a:solidFill>
                <a:latin typeface="Comfortaa" pitchFamily="2" charset="0"/>
              </a:rPr>
              <a:t>id</a:t>
            </a:r>
            <a:r>
              <a:rPr lang="en-US" sz="3200" b="1" i="1" baseline="-25000" dirty="0" err="1">
                <a:solidFill>
                  <a:srgbClr val="287897"/>
                </a:solidFill>
                <a:latin typeface="Comfortaa" pitchFamily="2" charset="0"/>
              </a:rPr>
              <a:t>A</a:t>
            </a:r>
            <a:endParaRPr lang="en-US" sz="1100" i="1" baseline="-25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F099CF-0536-8245-94AB-6218DCEFB347}"/>
              </a:ext>
            </a:extLst>
          </p:cNvPr>
          <p:cNvSpPr/>
          <p:nvPr/>
        </p:nvSpPr>
        <p:spPr>
          <a:xfrm>
            <a:off x="8019035" y="3007151"/>
            <a:ext cx="6303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B</a:t>
            </a:r>
            <a:endParaRPr lang="en-US" dirty="0">
              <a:solidFill>
                <a:srgbClr val="287897"/>
              </a:solidFill>
            </a:endParaRPr>
          </a:p>
        </p:txBody>
      </p:sp>
      <p:cxnSp>
        <p:nvCxnSpPr>
          <p:cNvPr id="22" name="Elbow Connector 7">
            <a:extLst>
              <a:ext uri="{FF2B5EF4-FFF2-40B4-BE49-F238E27FC236}">
                <a16:creationId xmlns:a16="http://schemas.microsoft.com/office/drawing/2014/main" id="{E411C892-DD37-A441-A570-95D68CDD5BE0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929393" y="3416299"/>
            <a:ext cx="1209839" cy="12702"/>
          </a:xfrm>
          <a:prstGeom prst="straightConnector1">
            <a:avLst/>
          </a:prstGeom>
          <a:solidFill>
            <a:srgbClr val="287897"/>
          </a:solidFill>
          <a:ln w="57150">
            <a:solidFill>
              <a:srgbClr val="287897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65C7A0B-81BF-6543-AFAB-6AB1B5A89965}"/>
              </a:ext>
            </a:extLst>
          </p:cNvPr>
          <p:cNvSpPr/>
          <p:nvPr/>
        </p:nvSpPr>
        <p:spPr>
          <a:xfrm>
            <a:off x="7079714" y="2831524"/>
            <a:ext cx="7889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i="1" dirty="0" err="1">
                <a:solidFill>
                  <a:srgbClr val="287897"/>
                </a:solidFill>
                <a:latin typeface="Comfortaa" pitchFamily="2" charset="0"/>
              </a:rPr>
              <a:t>id</a:t>
            </a:r>
            <a:r>
              <a:rPr lang="en-US" sz="3200" b="1" i="1" baseline="-25000" dirty="0" err="1">
                <a:solidFill>
                  <a:srgbClr val="287897"/>
                </a:solidFill>
                <a:latin typeface="Comfortaa" pitchFamily="2" charset="0"/>
              </a:rPr>
              <a:t>B</a:t>
            </a:r>
            <a:endParaRPr lang="en-US" sz="1100" i="1" baseline="-25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23C931-0152-8E45-B659-B4106C1AB228}"/>
              </a:ext>
            </a:extLst>
          </p:cNvPr>
          <p:cNvSpPr txBox="1"/>
          <p:nvPr/>
        </p:nvSpPr>
        <p:spPr>
          <a:xfrm>
            <a:off x="4348567" y="5477472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004A"/>
                </a:solidFill>
                <a:latin typeface="Comfortaa" pitchFamily="2" charset="0"/>
                <a:ea typeface="+mj-ea"/>
                <a:cs typeface="+mj-cs"/>
              </a:rPr>
              <a:t>new arrow</a:t>
            </a:r>
          </a:p>
        </p:txBody>
      </p:sp>
    </p:spTree>
    <p:extLst>
      <p:ext uri="{BB962C8B-B14F-4D97-AF65-F5344CB8AC3E}">
        <p14:creationId xmlns:p14="http://schemas.microsoft.com/office/powerpoint/2010/main" val="7772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 Between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33842-4063-F34E-AA52-AB885A429AE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404257" y="5167312"/>
            <a:ext cx="9241971" cy="77872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Treat categories like objects and create arrows between them.  This forms a new category, </a:t>
            </a:r>
            <a:r>
              <a:rPr lang="en-US" b="1" dirty="0">
                <a:solidFill>
                  <a:srgbClr val="287897"/>
                </a:solidFill>
              </a:rPr>
              <a:t>Cat</a:t>
            </a:r>
            <a:r>
              <a:rPr lang="en-US" dirty="0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2E7BC0-80F3-1946-9793-195E1751A03B}"/>
              </a:ext>
            </a:extLst>
          </p:cNvPr>
          <p:cNvGrpSpPr/>
          <p:nvPr/>
        </p:nvGrpSpPr>
        <p:grpSpPr>
          <a:xfrm>
            <a:off x="3632970" y="3013501"/>
            <a:ext cx="4747141" cy="830998"/>
            <a:chOff x="3848886" y="4138411"/>
            <a:chExt cx="4747141" cy="83099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ED379B-77A3-404B-88E0-3E79EF2002EE}"/>
                </a:ext>
              </a:extLst>
            </p:cNvPr>
            <p:cNvSpPr/>
            <p:nvPr/>
          </p:nvSpPr>
          <p:spPr>
            <a:xfrm>
              <a:off x="3848886" y="4138411"/>
              <a:ext cx="2137124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8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Disc(1)</a:t>
              </a:r>
              <a:endParaRPr lang="en-US" dirty="0">
                <a:solidFill>
                  <a:srgbClr val="287897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23E5174-EB95-EB49-B9AB-19D52033B424}"/>
                </a:ext>
              </a:extLst>
            </p:cNvPr>
            <p:cNvSpPr/>
            <p:nvPr/>
          </p:nvSpPr>
          <p:spPr>
            <a:xfrm>
              <a:off x="6515008" y="4138412"/>
              <a:ext cx="2081019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8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Arrow</a:t>
              </a:r>
              <a:endParaRPr lang="en-US" dirty="0">
                <a:solidFill>
                  <a:srgbClr val="287897"/>
                </a:solidFill>
              </a:endParaRPr>
            </a:p>
          </p:txBody>
        </p:sp>
      </p:grpSp>
      <p:cxnSp>
        <p:nvCxnSpPr>
          <p:cNvPr id="7" name="Elbow Connector 7">
            <a:extLst>
              <a:ext uri="{FF2B5EF4-FFF2-40B4-BE49-F238E27FC236}">
                <a16:creationId xmlns:a16="http://schemas.microsoft.com/office/drawing/2014/main" id="{0AB4A0EC-C8C5-9B42-82E3-DF7524A6294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89650" y="3105711"/>
            <a:ext cx="12700" cy="646578"/>
          </a:xfrm>
          <a:prstGeom prst="straightConnector1">
            <a:avLst/>
          </a:prstGeom>
          <a:solidFill>
            <a:srgbClr val="287897"/>
          </a:solidFill>
          <a:ln w="57150">
            <a:solidFill>
              <a:srgbClr val="287897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96CD356-EC90-6647-8E64-9B8DBF2AA18B}"/>
              </a:ext>
            </a:extLst>
          </p:cNvPr>
          <p:cNvSpPr/>
          <p:nvPr/>
        </p:nvSpPr>
        <p:spPr>
          <a:xfrm>
            <a:off x="5829248" y="2721820"/>
            <a:ext cx="56938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i="1" dirty="0">
                <a:solidFill>
                  <a:srgbClr val="287897"/>
                </a:solidFill>
                <a:latin typeface="Comfortaa" pitchFamily="2" charset="0"/>
              </a:rPr>
              <a:t>F</a:t>
            </a:r>
            <a:endParaRPr lang="en-US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690627-D170-B940-8E4F-C818E57B874F}"/>
              </a:ext>
            </a:extLst>
          </p:cNvPr>
          <p:cNvSpPr/>
          <p:nvPr/>
        </p:nvSpPr>
        <p:spPr>
          <a:xfrm>
            <a:off x="3439886" y="2515847"/>
            <a:ext cx="5170714" cy="1826306"/>
          </a:xfrm>
          <a:prstGeom prst="rect">
            <a:avLst/>
          </a:prstGeom>
          <a:noFill/>
          <a:ln w="57150">
            <a:solidFill>
              <a:srgbClr val="2878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9A943E-B855-2640-95B9-8F538963A6EE}"/>
              </a:ext>
            </a:extLst>
          </p:cNvPr>
          <p:cNvSpPr txBox="1"/>
          <p:nvPr/>
        </p:nvSpPr>
        <p:spPr>
          <a:xfrm>
            <a:off x="8939137" y="3013501"/>
            <a:ext cx="13244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Cat</a:t>
            </a:r>
            <a:endParaRPr lang="en-US" sz="4800" b="1" u="sng" dirty="0">
              <a:solidFill>
                <a:srgbClr val="287897"/>
              </a:solidFill>
              <a:latin typeface="Comfortaa" pitchFamily="2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67462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the pattern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86EAA47A-9868-684F-9A05-04A25BDBE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2310493"/>
            <a:ext cx="6192196" cy="2892879"/>
          </a:xfrm>
          <a:prstGeom prst="rect">
            <a:avLst/>
          </a:prstGeom>
        </p:spPr>
      </p:pic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56EDD68B-3602-C24F-83AE-BC281CAD158F}"/>
              </a:ext>
            </a:extLst>
          </p:cNvPr>
          <p:cNvSpPr txBox="1">
            <a:spLocks/>
          </p:cNvSpPr>
          <p:nvPr/>
        </p:nvSpPr>
        <p:spPr>
          <a:xfrm>
            <a:off x="7201846" y="2024744"/>
            <a:ext cx="4463143" cy="1698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Map every object and every  arrow in </a:t>
            </a:r>
            <a:r>
              <a:rPr lang="en-US" b="1" dirty="0">
                <a:solidFill>
                  <a:srgbClr val="287897"/>
                </a:solidFill>
              </a:rPr>
              <a:t>Disc(1)</a:t>
            </a:r>
            <a:r>
              <a:rPr lang="en-US" dirty="0"/>
              <a:t> to an object and an arrow in </a:t>
            </a:r>
            <a:r>
              <a:rPr lang="en-US" b="1" dirty="0">
                <a:solidFill>
                  <a:srgbClr val="287897"/>
                </a:solidFill>
              </a:rPr>
              <a:t>Arrow</a:t>
            </a:r>
            <a:r>
              <a:rPr lang="en-US" dirty="0"/>
              <a:t>.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FB5CA855-49ED-3848-8C38-2C03E4FADC12}"/>
              </a:ext>
            </a:extLst>
          </p:cNvPr>
          <p:cNvSpPr txBox="1">
            <a:spLocks/>
          </p:cNvSpPr>
          <p:nvPr/>
        </p:nvSpPr>
        <p:spPr>
          <a:xfrm>
            <a:off x="7201845" y="3992337"/>
            <a:ext cx="4463143" cy="1698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Arrows between categories are called </a:t>
            </a:r>
            <a:r>
              <a:rPr lang="en-US" u="sng" dirty="0"/>
              <a:t>functors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7127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Functors are like </a:t>
            </a:r>
            <a:r>
              <a:rPr lang="en-US" i="1" dirty="0"/>
              <a:t>lenses</a:t>
            </a:r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86EAA47A-9868-684F-9A05-04A25BDBE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2310493"/>
            <a:ext cx="6192196" cy="2892879"/>
          </a:xfrm>
          <a:prstGeom prst="rect">
            <a:avLst/>
          </a:prstGeom>
        </p:spPr>
      </p:pic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56EDD68B-3602-C24F-83AE-BC281CAD158F}"/>
              </a:ext>
            </a:extLst>
          </p:cNvPr>
          <p:cNvSpPr txBox="1">
            <a:spLocks/>
          </p:cNvSpPr>
          <p:nvPr/>
        </p:nvSpPr>
        <p:spPr>
          <a:xfrm>
            <a:off x="7201846" y="2907846"/>
            <a:ext cx="4463143" cy="1698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A </a:t>
            </a:r>
            <a:r>
              <a:rPr lang="en-US" i="1" dirty="0"/>
              <a:t>view</a:t>
            </a:r>
            <a:r>
              <a:rPr lang="en-US" dirty="0"/>
              <a:t> of </a:t>
            </a:r>
            <a:r>
              <a:rPr lang="en-US" b="1" dirty="0">
                <a:solidFill>
                  <a:srgbClr val="287897"/>
                </a:solidFill>
              </a:rPr>
              <a:t>Arrow</a:t>
            </a:r>
            <a:r>
              <a:rPr lang="en-US" dirty="0"/>
              <a:t> through the </a:t>
            </a:r>
            <a:r>
              <a:rPr lang="en-US" i="1" dirty="0"/>
              <a:t>lens</a:t>
            </a:r>
            <a:r>
              <a:rPr lang="en-US" dirty="0"/>
              <a:t> </a:t>
            </a:r>
            <a:r>
              <a:rPr lang="en-US" b="1" i="1" dirty="0">
                <a:solidFill>
                  <a:srgbClr val="287897"/>
                </a:solidFill>
              </a:rPr>
              <a:t>F</a:t>
            </a:r>
            <a:r>
              <a:rPr lang="en-US" dirty="0"/>
              <a:t> of </a:t>
            </a:r>
            <a:r>
              <a:rPr lang="en-US" b="1" dirty="0">
                <a:solidFill>
                  <a:srgbClr val="287897"/>
                </a:solidFill>
              </a:rPr>
              <a:t>Disc(1)</a:t>
            </a:r>
            <a:r>
              <a:rPr lang="en-US" dirty="0"/>
              <a:t>. </a:t>
            </a:r>
            <a:r>
              <a:rPr lang="en-US" b="1" dirty="0">
                <a:solidFill>
                  <a:srgbClr val="287897"/>
                </a:solidFill>
              </a:rPr>
              <a:t> 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E00340A-AB98-D24C-9028-282CBFD3F5F7}"/>
              </a:ext>
            </a:extLst>
          </p:cNvPr>
          <p:cNvSpPr/>
          <p:nvPr/>
        </p:nvSpPr>
        <p:spPr>
          <a:xfrm>
            <a:off x="2318655" y="2714624"/>
            <a:ext cx="1948543" cy="1804307"/>
          </a:xfrm>
          <a:prstGeom prst="ellipse">
            <a:avLst/>
          </a:prstGeom>
          <a:solidFill>
            <a:schemeClr val="bg1">
              <a:lumMod val="95000"/>
              <a:alpha val="31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211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Functors are like </a:t>
            </a:r>
            <a:r>
              <a:rPr lang="en-US" i="1" dirty="0"/>
              <a:t>lenses</a:t>
            </a:r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86EAA47A-9868-684F-9A05-04A25BDBE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2310493"/>
            <a:ext cx="6192196" cy="2892879"/>
          </a:xfrm>
          <a:prstGeom prst="rect">
            <a:avLst/>
          </a:prstGeom>
        </p:spPr>
      </p:pic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FB5CA855-49ED-3848-8C38-2C03E4FADC12}"/>
              </a:ext>
            </a:extLst>
          </p:cNvPr>
          <p:cNvSpPr txBox="1">
            <a:spLocks/>
          </p:cNvSpPr>
          <p:nvPr/>
        </p:nvSpPr>
        <p:spPr>
          <a:xfrm>
            <a:off x="7201845" y="2907846"/>
            <a:ext cx="4463143" cy="1698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The </a:t>
            </a:r>
            <a:r>
              <a:rPr lang="en-US" i="1" dirty="0"/>
              <a:t>essence</a:t>
            </a:r>
            <a:r>
              <a:rPr lang="en-US" dirty="0"/>
              <a:t> of </a:t>
            </a:r>
            <a:r>
              <a:rPr lang="en-US" b="1" dirty="0">
                <a:solidFill>
                  <a:srgbClr val="287897"/>
                </a:solidFill>
              </a:rPr>
              <a:t>Disc(1)</a:t>
            </a:r>
            <a:r>
              <a:rPr lang="en-US" dirty="0"/>
              <a:t> is </a:t>
            </a:r>
            <a:r>
              <a:rPr lang="en-US" i="1" dirty="0"/>
              <a:t>oneness</a:t>
            </a:r>
            <a:r>
              <a:rPr lang="en-US" dirty="0"/>
              <a:t>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778944D-B3D4-9F4B-8230-CD0D91E0FD37}"/>
              </a:ext>
            </a:extLst>
          </p:cNvPr>
          <p:cNvSpPr/>
          <p:nvPr/>
        </p:nvSpPr>
        <p:spPr>
          <a:xfrm>
            <a:off x="2383970" y="1952624"/>
            <a:ext cx="1948543" cy="1804307"/>
          </a:xfrm>
          <a:prstGeom prst="ellipse">
            <a:avLst/>
          </a:prstGeom>
          <a:solidFill>
            <a:schemeClr val="bg1">
              <a:lumMod val="95000"/>
              <a:alpha val="31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628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functor is like </a:t>
            </a:r>
            <a:r>
              <a:rPr lang="en-US" i="1" dirty="0"/>
              <a:t>choice</a:t>
            </a:r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86EAA47A-9868-684F-9A05-04A25BDBE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2310493"/>
            <a:ext cx="6192196" cy="2892879"/>
          </a:xfrm>
          <a:prstGeom prst="rect">
            <a:avLst/>
          </a:prstGeom>
        </p:spPr>
      </p:pic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FB5CA855-49ED-3848-8C38-2C03E4FADC12}"/>
              </a:ext>
            </a:extLst>
          </p:cNvPr>
          <p:cNvSpPr txBox="1">
            <a:spLocks/>
          </p:cNvSpPr>
          <p:nvPr/>
        </p:nvSpPr>
        <p:spPr>
          <a:xfrm>
            <a:off x="7201845" y="2907846"/>
            <a:ext cx="4463143" cy="1698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It can only </a:t>
            </a:r>
            <a:r>
              <a:rPr lang="en-US" i="1" dirty="0"/>
              <a:t>pick</a:t>
            </a:r>
            <a:r>
              <a:rPr lang="en-US" dirty="0"/>
              <a:t> one object and one arrow.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778944D-B3D4-9F4B-8230-CD0D91E0FD37}"/>
              </a:ext>
            </a:extLst>
          </p:cNvPr>
          <p:cNvSpPr/>
          <p:nvPr/>
        </p:nvSpPr>
        <p:spPr>
          <a:xfrm>
            <a:off x="2383970" y="1952624"/>
            <a:ext cx="1948543" cy="1804307"/>
          </a:xfrm>
          <a:prstGeom prst="ellipse">
            <a:avLst/>
          </a:prstGeom>
          <a:solidFill>
            <a:schemeClr val="bg1">
              <a:lumMod val="95000"/>
              <a:alpha val="31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FBEB5C3-1537-7E4D-9CDB-93AB3A012861}"/>
              </a:ext>
            </a:extLst>
          </p:cNvPr>
          <p:cNvSpPr/>
          <p:nvPr/>
        </p:nvSpPr>
        <p:spPr>
          <a:xfrm>
            <a:off x="1409697" y="3601130"/>
            <a:ext cx="1948543" cy="1804307"/>
          </a:xfrm>
          <a:prstGeom prst="ellipse">
            <a:avLst/>
          </a:prstGeom>
          <a:solidFill>
            <a:schemeClr val="bg1">
              <a:lumMod val="95000"/>
              <a:alpha val="31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9BCA154-D57B-0B45-B9D5-94324B3201B9}"/>
              </a:ext>
            </a:extLst>
          </p:cNvPr>
          <p:cNvCxnSpPr>
            <a:cxnSpLocks/>
          </p:cNvCxnSpPr>
          <p:nvPr/>
        </p:nvCxnSpPr>
        <p:spPr>
          <a:xfrm flipH="1">
            <a:off x="2993571" y="3113314"/>
            <a:ext cx="816429" cy="1164772"/>
          </a:xfrm>
          <a:prstGeom prst="straightConnector1">
            <a:avLst/>
          </a:prstGeom>
          <a:ln w="57150">
            <a:solidFill>
              <a:schemeClr val="bg1">
                <a:alpha val="37000"/>
              </a:schemeClr>
            </a:solidFill>
            <a:tailEnd type="triangle"/>
          </a:ln>
          <a:effectLst>
            <a:glow rad="88900">
              <a:schemeClr val="bg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3B6C634-D001-2F4B-952B-B472BBEBBBD5}"/>
              </a:ext>
            </a:extLst>
          </p:cNvPr>
          <p:cNvCxnSpPr>
            <a:cxnSpLocks/>
          </p:cNvCxnSpPr>
          <p:nvPr/>
        </p:nvCxnSpPr>
        <p:spPr>
          <a:xfrm flipH="1">
            <a:off x="1725382" y="3092220"/>
            <a:ext cx="816429" cy="1164772"/>
          </a:xfrm>
          <a:prstGeom prst="straightConnector1">
            <a:avLst/>
          </a:prstGeom>
          <a:ln w="57150">
            <a:solidFill>
              <a:schemeClr val="bg1">
                <a:alpha val="37000"/>
              </a:schemeClr>
            </a:solidFill>
            <a:tailEnd type="triangle"/>
          </a:ln>
          <a:effectLst>
            <a:glow rad="88900">
              <a:schemeClr val="bg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201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functor is like </a:t>
            </a:r>
            <a:r>
              <a:rPr lang="en-US" i="1" dirty="0"/>
              <a:t>choice</a:t>
            </a:r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86EAA47A-9868-684F-9A05-04A25BDBE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2310493"/>
            <a:ext cx="6192196" cy="2892879"/>
          </a:xfrm>
          <a:prstGeom prst="rect">
            <a:avLst/>
          </a:prstGeom>
        </p:spPr>
      </p:pic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FB5CA855-49ED-3848-8C38-2C03E4FADC12}"/>
              </a:ext>
            </a:extLst>
          </p:cNvPr>
          <p:cNvSpPr txBox="1">
            <a:spLocks/>
          </p:cNvSpPr>
          <p:nvPr/>
        </p:nvSpPr>
        <p:spPr>
          <a:xfrm>
            <a:off x="7201845" y="2907846"/>
            <a:ext cx="4463143" cy="1698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It can only </a:t>
            </a:r>
            <a:r>
              <a:rPr lang="en-US" i="1" dirty="0"/>
              <a:t>pick</a:t>
            </a:r>
            <a:r>
              <a:rPr lang="en-US" dirty="0"/>
              <a:t> one object and one arrow.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778944D-B3D4-9F4B-8230-CD0D91E0FD37}"/>
              </a:ext>
            </a:extLst>
          </p:cNvPr>
          <p:cNvSpPr/>
          <p:nvPr/>
        </p:nvSpPr>
        <p:spPr>
          <a:xfrm>
            <a:off x="2383970" y="1952624"/>
            <a:ext cx="1948543" cy="1804307"/>
          </a:xfrm>
          <a:prstGeom prst="ellipse">
            <a:avLst/>
          </a:prstGeom>
          <a:solidFill>
            <a:schemeClr val="bg1">
              <a:lumMod val="95000"/>
              <a:alpha val="31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FBEB5C3-1537-7E4D-9CDB-93AB3A012861}"/>
              </a:ext>
            </a:extLst>
          </p:cNvPr>
          <p:cNvSpPr/>
          <p:nvPr/>
        </p:nvSpPr>
        <p:spPr>
          <a:xfrm>
            <a:off x="3358241" y="3601130"/>
            <a:ext cx="1948543" cy="1804307"/>
          </a:xfrm>
          <a:prstGeom prst="ellipse">
            <a:avLst/>
          </a:prstGeom>
          <a:solidFill>
            <a:schemeClr val="bg1">
              <a:lumMod val="95000"/>
              <a:alpha val="31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162388-B03B-894E-8976-6FAC2FE0584A}"/>
              </a:ext>
            </a:extLst>
          </p:cNvPr>
          <p:cNvCxnSpPr>
            <a:cxnSpLocks/>
          </p:cNvCxnSpPr>
          <p:nvPr/>
        </p:nvCxnSpPr>
        <p:spPr>
          <a:xfrm>
            <a:off x="3069771" y="3124200"/>
            <a:ext cx="1763486" cy="1132114"/>
          </a:xfrm>
          <a:prstGeom prst="straightConnector1">
            <a:avLst/>
          </a:prstGeom>
          <a:ln w="57150">
            <a:solidFill>
              <a:schemeClr val="bg1">
                <a:alpha val="37000"/>
              </a:schemeClr>
            </a:solidFill>
            <a:tailEnd type="triangle"/>
          </a:ln>
          <a:effectLst>
            <a:glow rad="88900">
              <a:schemeClr val="bg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F1B73A-6D7E-1E4C-9906-5E5A1D8EF43E}"/>
              </a:ext>
            </a:extLst>
          </p:cNvPr>
          <p:cNvCxnSpPr>
            <a:cxnSpLocks/>
          </p:cNvCxnSpPr>
          <p:nvPr/>
        </p:nvCxnSpPr>
        <p:spPr>
          <a:xfrm>
            <a:off x="3973286" y="3124200"/>
            <a:ext cx="0" cy="1034143"/>
          </a:xfrm>
          <a:prstGeom prst="straightConnector1">
            <a:avLst/>
          </a:prstGeom>
          <a:ln w="57150">
            <a:solidFill>
              <a:schemeClr val="bg1">
                <a:alpha val="37000"/>
              </a:schemeClr>
            </a:solidFill>
            <a:tailEnd type="triangle"/>
          </a:ln>
          <a:effectLst>
            <a:glow rad="88900">
              <a:schemeClr val="bg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2551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A49CC6-7310-DC40-ACB1-995E36159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48" y="1974396"/>
            <a:ext cx="6283780" cy="32570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functor is like </a:t>
            </a:r>
            <a:r>
              <a:rPr lang="en-US" i="1" dirty="0"/>
              <a:t>pair</a:t>
            </a:r>
            <a:endParaRPr lang="en-US" dirty="0"/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FB5CA855-49ED-3848-8C38-2C03E4FADC12}"/>
              </a:ext>
            </a:extLst>
          </p:cNvPr>
          <p:cNvSpPr txBox="1">
            <a:spLocks/>
          </p:cNvSpPr>
          <p:nvPr/>
        </p:nvSpPr>
        <p:spPr>
          <a:xfrm>
            <a:off x="7201845" y="2907846"/>
            <a:ext cx="4463143" cy="1698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It can only </a:t>
            </a:r>
            <a:r>
              <a:rPr lang="en-US" i="1" dirty="0"/>
              <a:t>pick</a:t>
            </a:r>
            <a:r>
              <a:rPr lang="en-US" dirty="0"/>
              <a:t> two objects and two arrows.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778944D-B3D4-9F4B-8230-CD0D91E0FD37}"/>
              </a:ext>
            </a:extLst>
          </p:cNvPr>
          <p:cNvSpPr/>
          <p:nvPr/>
        </p:nvSpPr>
        <p:spPr>
          <a:xfrm>
            <a:off x="1144832" y="1796823"/>
            <a:ext cx="1948543" cy="1804307"/>
          </a:xfrm>
          <a:prstGeom prst="ellipse">
            <a:avLst/>
          </a:prstGeom>
          <a:solidFill>
            <a:srgbClr val="FF004A">
              <a:alpha val="31000"/>
            </a:srgb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FBEB5C3-1537-7E4D-9CDB-93AB3A012861}"/>
              </a:ext>
            </a:extLst>
          </p:cNvPr>
          <p:cNvSpPr/>
          <p:nvPr/>
        </p:nvSpPr>
        <p:spPr>
          <a:xfrm>
            <a:off x="3499755" y="1796822"/>
            <a:ext cx="1948543" cy="1804307"/>
          </a:xfrm>
          <a:prstGeom prst="ellipse">
            <a:avLst/>
          </a:prstGeom>
          <a:solidFill>
            <a:schemeClr val="accent1">
              <a:alpha val="31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D9DCB8-D4A3-7245-AAB2-0B433D4E17FE}"/>
              </a:ext>
            </a:extLst>
          </p:cNvPr>
          <p:cNvCxnSpPr>
            <a:cxnSpLocks/>
          </p:cNvCxnSpPr>
          <p:nvPr/>
        </p:nvCxnSpPr>
        <p:spPr>
          <a:xfrm>
            <a:off x="2819400" y="3004457"/>
            <a:ext cx="0" cy="1143000"/>
          </a:xfrm>
          <a:prstGeom prst="straightConnector1">
            <a:avLst/>
          </a:prstGeom>
          <a:ln w="57150">
            <a:solidFill>
              <a:srgbClr val="FF1B41">
                <a:alpha val="37000"/>
              </a:srgbClr>
            </a:solidFill>
            <a:tailEnd type="triangle"/>
          </a:ln>
          <a:effectLst>
            <a:glow rad="88900">
              <a:srgbClr val="FF1B41">
                <a:alpha val="18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915D89-271C-3D4A-A3E1-836D6C2FE0D3}"/>
              </a:ext>
            </a:extLst>
          </p:cNvPr>
          <p:cNvCxnSpPr>
            <a:cxnSpLocks/>
          </p:cNvCxnSpPr>
          <p:nvPr/>
        </p:nvCxnSpPr>
        <p:spPr>
          <a:xfrm>
            <a:off x="3962400" y="3004457"/>
            <a:ext cx="0" cy="1143000"/>
          </a:xfrm>
          <a:prstGeom prst="straightConnector1">
            <a:avLst/>
          </a:prstGeom>
          <a:ln w="57150">
            <a:solidFill>
              <a:schemeClr val="accent1">
                <a:alpha val="37000"/>
              </a:schemeClr>
            </a:solidFill>
            <a:tailEnd type="triangle"/>
          </a:ln>
          <a:effectLst>
            <a:glow rad="88900">
              <a:schemeClr val="accent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517D749-4DDD-2D4C-9560-87740ABE9044}"/>
              </a:ext>
            </a:extLst>
          </p:cNvPr>
          <p:cNvCxnSpPr>
            <a:cxnSpLocks/>
          </p:cNvCxnSpPr>
          <p:nvPr/>
        </p:nvCxnSpPr>
        <p:spPr>
          <a:xfrm>
            <a:off x="5116285" y="3004457"/>
            <a:ext cx="0" cy="1143000"/>
          </a:xfrm>
          <a:prstGeom prst="straightConnector1">
            <a:avLst/>
          </a:prstGeom>
          <a:ln w="57150">
            <a:solidFill>
              <a:schemeClr val="accent1">
                <a:alpha val="37000"/>
              </a:schemeClr>
            </a:solidFill>
            <a:tailEnd type="triangle"/>
          </a:ln>
          <a:effectLst>
            <a:glow rad="88900">
              <a:schemeClr val="accent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93BF8E-FEF5-4646-A999-60A50250A803}"/>
              </a:ext>
            </a:extLst>
          </p:cNvPr>
          <p:cNvCxnSpPr>
            <a:cxnSpLocks/>
          </p:cNvCxnSpPr>
          <p:nvPr/>
        </p:nvCxnSpPr>
        <p:spPr>
          <a:xfrm>
            <a:off x="1458685" y="3004457"/>
            <a:ext cx="0" cy="1143000"/>
          </a:xfrm>
          <a:prstGeom prst="straightConnector1">
            <a:avLst/>
          </a:prstGeom>
          <a:ln w="57150">
            <a:solidFill>
              <a:srgbClr val="FF1B41">
                <a:alpha val="37000"/>
              </a:srgbClr>
            </a:solidFill>
            <a:tailEnd type="triangle"/>
          </a:ln>
          <a:effectLst>
            <a:glow rad="88900">
              <a:srgbClr val="FF1B41">
                <a:alpha val="18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485899E-2949-C64E-A864-CB7F1710E6DE}"/>
              </a:ext>
            </a:extLst>
          </p:cNvPr>
          <p:cNvSpPr/>
          <p:nvPr/>
        </p:nvSpPr>
        <p:spPr>
          <a:xfrm>
            <a:off x="1144832" y="3575957"/>
            <a:ext cx="1948543" cy="1804307"/>
          </a:xfrm>
          <a:prstGeom prst="ellipse">
            <a:avLst/>
          </a:prstGeom>
          <a:solidFill>
            <a:srgbClr val="FF004A">
              <a:alpha val="31000"/>
            </a:srgb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0C4F652-990D-D342-A267-909E0E2532C6}"/>
              </a:ext>
            </a:extLst>
          </p:cNvPr>
          <p:cNvSpPr/>
          <p:nvPr/>
        </p:nvSpPr>
        <p:spPr>
          <a:xfrm>
            <a:off x="3499755" y="3604675"/>
            <a:ext cx="1948543" cy="1804307"/>
          </a:xfrm>
          <a:prstGeom prst="ellipse">
            <a:avLst/>
          </a:prstGeom>
          <a:solidFill>
            <a:schemeClr val="accent1">
              <a:alpha val="31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63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A49CC6-7310-DC40-ACB1-995E36159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48" y="1974396"/>
            <a:ext cx="6283780" cy="32570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functor is like </a:t>
            </a:r>
            <a:r>
              <a:rPr lang="en-US" i="1" dirty="0"/>
              <a:t>pair</a:t>
            </a:r>
            <a:endParaRPr lang="en-US" dirty="0"/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FB5CA855-49ED-3848-8C38-2C03E4FADC12}"/>
              </a:ext>
            </a:extLst>
          </p:cNvPr>
          <p:cNvSpPr txBox="1">
            <a:spLocks/>
          </p:cNvSpPr>
          <p:nvPr/>
        </p:nvSpPr>
        <p:spPr>
          <a:xfrm>
            <a:off x="7201845" y="2907846"/>
            <a:ext cx="4463143" cy="1698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But there is still a </a:t>
            </a:r>
            <a:r>
              <a:rPr lang="en-US" i="1" dirty="0"/>
              <a:t>choice </a:t>
            </a:r>
            <a:r>
              <a:rPr lang="en-US" dirty="0"/>
              <a:t>involved.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D9DCB8-D4A3-7245-AAB2-0B433D4E17FE}"/>
              </a:ext>
            </a:extLst>
          </p:cNvPr>
          <p:cNvCxnSpPr>
            <a:cxnSpLocks/>
          </p:cNvCxnSpPr>
          <p:nvPr/>
        </p:nvCxnSpPr>
        <p:spPr>
          <a:xfrm>
            <a:off x="2971800" y="3004457"/>
            <a:ext cx="783771" cy="1251857"/>
          </a:xfrm>
          <a:prstGeom prst="straightConnector1">
            <a:avLst/>
          </a:prstGeom>
          <a:ln w="57150">
            <a:solidFill>
              <a:srgbClr val="FF1B41">
                <a:alpha val="37000"/>
              </a:srgbClr>
            </a:solidFill>
            <a:tailEnd type="triangle"/>
          </a:ln>
          <a:effectLst>
            <a:glow rad="88900">
              <a:srgbClr val="FF1B41">
                <a:alpha val="18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915D89-271C-3D4A-A3E1-836D6C2FE0D3}"/>
              </a:ext>
            </a:extLst>
          </p:cNvPr>
          <p:cNvCxnSpPr>
            <a:cxnSpLocks/>
          </p:cNvCxnSpPr>
          <p:nvPr/>
        </p:nvCxnSpPr>
        <p:spPr>
          <a:xfrm flipH="1">
            <a:off x="2895601" y="3004457"/>
            <a:ext cx="859970" cy="1251857"/>
          </a:xfrm>
          <a:prstGeom prst="straightConnector1">
            <a:avLst/>
          </a:prstGeom>
          <a:ln w="57150">
            <a:solidFill>
              <a:schemeClr val="accent1">
                <a:alpha val="37000"/>
              </a:schemeClr>
            </a:solidFill>
            <a:tailEnd type="triangle"/>
          </a:ln>
          <a:effectLst>
            <a:glow rad="88900">
              <a:schemeClr val="accent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517D749-4DDD-2D4C-9560-87740ABE9044}"/>
              </a:ext>
            </a:extLst>
          </p:cNvPr>
          <p:cNvCxnSpPr>
            <a:cxnSpLocks/>
          </p:cNvCxnSpPr>
          <p:nvPr/>
        </p:nvCxnSpPr>
        <p:spPr>
          <a:xfrm flipH="1">
            <a:off x="1698171" y="2808514"/>
            <a:ext cx="3206789" cy="1600200"/>
          </a:xfrm>
          <a:prstGeom prst="straightConnector1">
            <a:avLst/>
          </a:prstGeom>
          <a:ln w="57150">
            <a:solidFill>
              <a:schemeClr val="accent1">
                <a:alpha val="37000"/>
              </a:schemeClr>
            </a:solidFill>
            <a:tailEnd type="triangle"/>
          </a:ln>
          <a:effectLst>
            <a:glow rad="88900">
              <a:schemeClr val="accent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93BF8E-FEF5-4646-A999-60A50250A803}"/>
              </a:ext>
            </a:extLst>
          </p:cNvPr>
          <p:cNvCxnSpPr>
            <a:cxnSpLocks/>
          </p:cNvCxnSpPr>
          <p:nvPr/>
        </p:nvCxnSpPr>
        <p:spPr>
          <a:xfrm>
            <a:off x="1861457" y="2808514"/>
            <a:ext cx="2985465" cy="1600200"/>
          </a:xfrm>
          <a:prstGeom prst="straightConnector1">
            <a:avLst/>
          </a:prstGeom>
          <a:ln w="57150">
            <a:solidFill>
              <a:srgbClr val="FF1B41">
                <a:alpha val="37000"/>
              </a:srgbClr>
            </a:solidFill>
            <a:tailEnd type="triangle"/>
          </a:ln>
          <a:effectLst>
            <a:glow rad="88900">
              <a:srgbClr val="FF1B41">
                <a:alpha val="18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F6E1303C-BAF5-4946-A740-DC7F1876F005}"/>
              </a:ext>
            </a:extLst>
          </p:cNvPr>
          <p:cNvSpPr/>
          <p:nvPr/>
        </p:nvSpPr>
        <p:spPr>
          <a:xfrm>
            <a:off x="1144832" y="1796823"/>
            <a:ext cx="1948543" cy="1804307"/>
          </a:xfrm>
          <a:prstGeom prst="ellipse">
            <a:avLst/>
          </a:prstGeom>
          <a:solidFill>
            <a:srgbClr val="FF004A">
              <a:alpha val="31000"/>
            </a:srgb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5467300-771E-A44C-A54D-7E14AB517DB6}"/>
              </a:ext>
            </a:extLst>
          </p:cNvPr>
          <p:cNvSpPr/>
          <p:nvPr/>
        </p:nvSpPr>
        <p:spPr>
          <a:xfrm>
            <a:off x="3499755" y="1796822"/>
            <a:ext cx="1948543" cy="1804307"/>
          </a:xfrm>
          <a:prstGeom prst="ellipse">
            <a:avLst/>
          </a:prstGeom>
          <a:solidFill>
            <a:schemeClr val="accent1">
              <a:alpha val="31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FD33BDC-5ED1-624C-A89B-C8E55E8DFDF0}"/>
              </a:ext>
            </a:extLst>
          </p:cNvPr>
          <p:cNvSpPr/>
          <p:nvPr/>
        </p:nvSpPr>
        <p:spPr>
          <a:xfrm>
            <a:off x="3499754" y="3429000"/>
            <a:ext cx="1948543" cy="1804307"/>
          </a:xfrm>
          <a:prstGeom prst="ellipse">
            <a:avLst/>
          </a:prstGeom>
          <a:solidFill>
            <a:srgbClr val="FF004A">
              <a:alpha val="31000"/>
            </a:srgb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667C0CB-CD3D-3A48-A930-FB6B47EC9FF7}"/>
              </a:ext>
            </a:extLst>
          </p:cNvPr>
          <p:cNvSpPr/>
          <p:nvPr/>
        </p:nvSpPr>
        <p:spPr>
          <a:xfrm>
            <a:off x="1141694" y="3604675"/>
            <a:ext cx="1948543" cy="1804307"/>
          </a:xfrm>
          <a:prstGeom prst="ellipse">
            <a:avLst/>
          </a:prstGeom>
          <a:solidFill>
            <a:schemeClr val="accent1">
              <a:alpha val="31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507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Sameness</a:t>
            </a:r>
            <a:r>
              <a:rPr lang="en-US" dirty="0"/>
              <a:t> is isomorphism</a:t>
            </a:r>
            <a:endParaRPr lang="en-US" i="1" dirty="0"/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FB5CA855-49ED-3848-8C38-2C03E4FADC12}"/>
              </a:ext>
            </a:extLst>
          </p:cNvPr>
          <p:cNvSpPr txBox="1">
            <a:spLocks/>
          </p:cNvSpPr>
          <p:nvPr/>
        </p:nvSpPr>
        <p:spPr>
          <a:xfrm>
            <a:off x="7201845" y="2907846"/>
            <a:ext cx="4463143" cy="1698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There are two ways to map </a:t>
            </a:r>
            <a:r>
              <a:rPr lang="en-US" b="1" dirty="0">
                <a:solidFill>
                  <a:srgbClr val="287897"/>
                </a:solidFill>
              </a:rPr>
              <a:t>Pair</a:t>
            </a:r>
            <a:r>
              <a:rPr lang="en-US" dirty="0"/>
              <a:t> to </a:t>
            </a:r>
            <a:r>
              <a:rPr lang="en-US" b="1" dirty="0">
                <a:solidFill>
                  <a:srgbClr val="287897"/>
                </a:solidFill>
              </a:rPr>
              <a:t>Bool</a:t>
            </a:r>
            <a:r>
              <a:rPr lang="en-US" dirty="0"/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9193BF-62F7-EB48-A7E4-F0002D17C025}"/>
              </a:ext>
            </a:extLst>
          </p:cNvPr>
          <p:cNvSpPr/>
          <p:nvPr/>
        </p:nvSpPr>
        <p:spPr>
          <a:xfrm>
            <a:off x="1692193" y="3647540"/>
            <a:ext cx="4732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i="1" dirty="0">
                <a:solidFill>
                  <a:srgbClr val="287897"/>
                </a:solidFill>
                <a:latin typeface="Comfortaa" pitchFamily="2" charset="0"/>
              </a:rPr>
              <a:t>F</a:t>
            </a:r>
            <a:endParaRPr lang="en-US" sz="1200" i="1" dirty="0"/>
          </a:p>
        </p:txBody>
      </p:sp>
      <p:cxnSp>
        <p:nvCxnSpPr>
          <p:cNvPr id="16" name="Elbow Connector 7">
            <a:extLst>
              <a:ext uri="{FF2B5EF4-FFF2-40B4-BE49-F238E27FC236}">
                <a16:creationId xmlns:a16="http://schemas.microsoft.com/office/drawing/2014/main" id="{F3413BDE-5989-2847-B8E7-7A326F0FFFC3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405349" y="3706026"/>
            <a:ext cx="10590" cy="539172"/>
          </a:xfrm>
          <a:prstGeom prst="straightConnector1">
            <a:avLst/>
          </a:prstGeom>
          <a:solidFill>
            <a:srgbClr val="287897"/>
          </a:solidFill>
          <a:ln w="57150">
            <a:solidFill>
              <a:srgbClr val="287897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7EC1D5E-0F1F-2947-AD1A-3B2D4DC4EF2B}"/>
              </a:ext>
            </a:extLst>
          </p:cNvPr>
          <p:cNvGrpSpPr/>
          <p:nvPr/>
        </p:nvGrpSpPr>
        <p:grpSpPr>
          <a:xfrm>
            <a:off x="1376991" y="2316694"/>
            <a:ext cx="3092923" cy="1112306"/>
            <a:chOff x="1376991" y="2316694"/>
            <a:chExt cx="3092923" cy="111230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940EB14-6C96-0B41-B0D0-54C89F84FF9E}"/>
                </a:ext>
              </a:extLst>
            </p:cNvPr>
            <p:cNvSpPr txBox="1"/>
            <p:nvPr/>
          </p:nvSpPr>
          <p:spPr>
            <a:xfrm>
              <a:off x="3323446" y="2549681"/>
              <a:ext cx="11464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Pair</a:t>
              </a:r>
              <a:endParaRPr lang="en-US" sz="3600" b="1" u="sng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CA1CA22-1F04-154C-AF27-D31B832C3E1D}"/>
                </a:ext>
              </a:extLst>
            </p:cNvPr>
            <p:cNvSpPr/>
            <p:nvPr/>
          </p:nvSpPr>
          <p:spPr>
            <a:xfrm>
              <a:off x="1598257" y="2536770"/>
              <a:ext cx="36580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1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2859C44-092F-704E-892F-DC942EE3D22E}"/>
                </a:ext>
              </a:extLst>
            </p:cNvPr>
            <p:cNvSpPr/>
            <p:nvPr/>
          </p:nvSpPr>
          <p:spPr>
            <a:xfrm>
              <a:off x="2394301" y="2535234"/>
              <a:ext cx="45557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2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4956306-B8BE-9A4D-800D-EE83402DA48D}"/>
                </a:ext>
              </a:extLst>
            </p:cNvPr>
            <p:cNvSpPr/>
            <p:nvPr/>
          </p:nvSpPr>
          <p:spPr>
            <a:xfrm>
              <a:off x="1376991" y="2316694"/>
              <a:ext cx="1737976" cy="1112306"/>
            </a:xfrm>
            <a:prstGeom prst="rect">
              <a:avLst/>
            </a:prstGeom>
            <a:noFill/>
            <a:ln w="57150">
              <a:solidFill>
                <a:srgbClr val="2878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3DE02EF-8808-7A4A-BCA3-28141F497761}"/>
              </a:ext>
            </a:extLst>
          </p:cNvPr>
          <p:cNvGrpSpPr/>
          <p:nvPr/>
        </p:nvGrpSpPr>
        <p:grpSpPr>
          <a:xfrm>
            <a:off x="1376991" y="4563848"/>
            <a:ext cx="3224369" cy="1112306"/>
            <a:chOff x="1376991" y="3647540"/>
            <a:chExt cx="3224369" cy="111230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58F7FC0-95F4-6947-918D-561844C26FB6}"/>
                </a:ext>
              </a:extLst>
            </p:cNvPr>
            <p:cNvSpPr txBox="1"/>
            <p:nvPr/>
          </p:nvSpPr>
          <p:spPr>
            <a:xfrm>
              <a:off x="3323446" y="3880527"/>
              <a:ext cx="127791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Bool</a:t>
              </a:r>
              <a:endParaRPr lang="en-US" sz="3600" b="1" u="sng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F4687A-7B73-144E-B58E-244965927F74}"/>
                </a:ext>
              </a:extLst>
            </p:cNvPr>
            <p:cNvSpPr/>
            <p:nvPr/>
          </p:nvSpPr>
          <p:spPr>
            <a:xfrm>
              <a:off x="1598257" y="3867616"/>
              <a:ext cx="48923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T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CA624A9-9DA5-EB44-A6D3-05217B99F4F9}"/>
                </a:ext>
              </a:extLst>
            </p:cNvPr>
            <p:cNvSpPr/>
            <p:nvPr/>
          </p:nvSpPr>
          <p:spPr>
            <a:xfrm>
              <a:off x="2394301" y="3866080"/>
              <a:ext cx="47320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F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7415B5A-5A0A-6F41-9742-19533FB75545}"/>
                </a:ext>
              </a:extLst>
            </p:cNvPr>
            <p:cNvSpPr/>
            <p:nvPr/>
          </p:nvSpPr>
          <p:spPr>
            <a:xfrm>
              <a:off x="1376991" y="3647540"/>
              <a:ext cx="1737976" cy="1112306"/>
            </a:xfrm>
            <a:prstGeom prst="rect">
              <a:avLst/>
            </a:prstGeom>
            <a:noFill/>
            <a:ln w="57150">
              <a:solidFill>
                <a:srgbClr val="2878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12898132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Sameness</a:t>
            </a:r>
            <a:r>
              <a:rPr lang="en-US" dirty="0"/>
              <a:t> is isomorphism</a:t>
            </a:r>
            <a:endParaRPr lang="en-US" i="1" dirty="0"/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FB5CA855-49ED-3848-8C38-2C03E4FADC12}"/>
              </a:ext>
            </a:extLst>
          </p:cNvPr>
          <p:cNvSpPr txBox="1">
            <a:spLocks/>
          </p:cNvSpPr>
          <p:nvPr/>
        </p:nvSpPr>
        <p:spPr>
          <a:xfrm>
            <a:off x="7201845" y="2907846"/>
            <a:ext cx="4463143" cy="1698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But there are also two ways to map </a:t>
            </a:r>
            <a:r>
              <a:rPr lang="en-US" b="1" dirty="0">
                <a:solidFill>
                  <a:srgbClr val="287897"/>
                </a:solidFill>
              </a:rPr>
              <a:t>Bool</a:t>
            </a:r>
            <a:r>
              <a:rPr lang="en-US" dirty="0"/>
              <a:t> to </a:t>
            </a:r>
            <a:r>
              <a:rPr lang="en-US" b="1" dirty="0">
                <a:solidFill>
                  <a:srgbClr val="287897"/>
                </a:solidFill>
              </a:rPr>
              <a:t>Pair</a:t>
            </a:r>
            <a:r>
              <a:rPr lang="en-US" dirty="0"/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9193BF-62F7-EB48-A7E4-F0002D17C025}"/>
              </a:ext>
            </a:extLst>
          </p:cNvPr>
          <p:cNvSpPr/>
          <p:nvPr/>
        </p:nvSpPr>
        <p:spPr>
          <a:xfrm>
            <a:off x="1692193" y="3647540"/>
            <a:ext cx="4732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i="1" dirty="0">
                <a:solidFill>
                  <a:srgbClr val="287897"/>
                </a:solidFill>
                <a:latin typeface="Comfortaa" pitchFamily="2" charset="0"/>
              </a:rPr>
              <a:t>F</a:t>
            </a:r>
            <a:endParaRPr lang="en-US" sz="1200" i="1" dirty="0"/>
          </a:p>
        </p:txBody>
      </p:sp>
      <p:cxnSp>
        <p:nvCxnSpPr>
          <p:cNvPr id="16" name="Elbow Connector 7">
            <a:extLst>
              <a:ext uri="{FF2B5EF4-FFF2-40B4-BE49-F238E27FC236}">
                <a16:creationId xmlns:a16="http://schemas.microsoft.com/office/drawing/2014/main" id="{F3413BDE-5989-2847-B8E7-7A326F0FFFC3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405349" y="3706026"/>
            <a:ext cx="10590" cy="539172"/>
          </a:xfrm>
          <a:prstGeom prst="straightConnector1">
            <a:avLst/>
          </a:prstGeom>
          <a:solidFill>
            <a:srgbClr val="287897"/>
          </a:solidFill>
          <a:ln w="57150">
            <a:solidFill>
              <a:srgbClr val="287897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940EB14-6C96-0B41-B0D0-54C89F84FF9E}"/>
              </a:ext>
            </a:extLst>
          </p:cNvPr>
          <p:cNvSpPr txBox="1"/>
          <p:nvPr/>
        </p:nvSpPr>
        <p:spPr>
          <a:xfrm>
            <a:off x="3323446" y="2549681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Pair</a:t>
            </a:r>
            <a:endParaRPr lang="en-US" sz="3600" b="1" u="sng" dirty="0">
              <a:solidFill>
                <a:srgbClr val="287897"/>
              </a:solidFill>
              <a:latin typeface="Comfortaa" pitchFamily="2" charset="0"/>
              <a:ea typeface="+mj-ea"/>
              <a:cs typeface="+mj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A1CA22-1F04-154C-AF27-D31B832C3E1D}"/>
              </a:ext>
            </a:extLst>
          </p:cNvPr>
          <p:cNvSpPr/>
          <p:nvPr/>
        </p:nvSpPr>
        <p:spPr>
          <a:xfrm>
            <a:off x="1598257" y="2536770"/>
            <a:ext cx="3658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1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859C44-092F-704E-892F-DC942EE3D22E}"/>
              </a:ext>
            </a:extLst>
          </p:cNvPr>
          <p:cNvSpPr/>
          <p:nvPr/>
        </p:nvSpPr>
        <p:spPr>
          <a:xfrm>
            <a:off x="2394301" y="2535234"/>
            <a:ext cx="4555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2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956306-B8BE-9A4D-800D-EE83402DA48D}"/>
              </a:ext>
            </a:extLst>
          </p:cNvPr>
          <p:cNvSpPr/>
          <p:nvPr/>
        </p:nvSpPr>
        <p:spPr>
          <a:xfrm>
            <a:off x="1376991" y="2316694"/>
            <a:ext cx="1737976" cy="1112306"/>
          </a:xfrm>
          <a:prstGeom prst="rect">
            <a:avLst/>
          </a:prstGeom>
          <a:noFill/>
          <a:ln w="57150">
            <a:solidFill>
              <a:srgbClr val="2878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8F7FC0-95F4-6947-918D-561844C26FB6}"/>
              </a:ext>
            </a:extLst>
          </p:cNvPr>
          <p:cNvSpPr txBox="1"/>
          <p:nvPr/>
        </p:nvSpPr>
        <p:spPr>
          <a:xfrm>
            <a:off x="3323446" y="4796835"/>
            <a:ext cx="1277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Bool</a:t>
            </a:r>
            <a:endParaRPr lang="en-US" sz="3600" b="1" u="sng" dirty="0">
              <a:solidFill>
                <a:srgbClr val="287897"/>
              </a:solidFill>
              <a:latin typeface="Comfortaa" pitchFamily="2" charset="0"/>
              <a:ea typeface="+mj-ea"/>
              <a:cs typeface="+mj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F4687A-7B73-144E-B58E-244965927F74}"/>
              </a:ext>
            </a:extLst>
          </p:cNvPr>
          <p:cNvSpPr/>
          <p:nvPr/>
        </p:nvSpPr>
        <p:spPr>
          <a:xfrm>
            <a:off x="1598257" y="4783924"/>
            <a:ext cx="4892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T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A624A9-9DA5-EB44-A6D3-05217B99F4F9}"/>
              </a:ext>
            </a:extLst>
          </p:cNvPr>
          <p:cNvSpPr/>
          <p:nvPr/>
        </p:nvSpPr>
        <p:spPr>
          <a:xfrm>
            <a:off x="2394301" y="4782388"/>
            <a:ext cx="4732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F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415B5A-5A0A-6F41-9742-19533FB75545}"/>
              </a:ext>
            </a:extLst>
          </p:cNvPr>
          <p:cNvSpPr/>
          <p:nvPr/>
        </p:nvSpPr>
        <p:spPr>
          <a:xfrm>
            <a:off x="1376991" y="4563848"/>
            <a:ext cx="1737976" cy="1112306"/>
          </a:xfrm>
          <a:prstGeom prst="rect">
            <a:avLst/>
          </a:prstGeom>
          <a:noFill/>
          <a:ln w="57150">
            <a:solidFill>
              <a:srgbClr val="2878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7C6A38-9314-2B40-91C8-6B897E0900DD}"/>
              </a:ext>
            </a:extLst>
          </p:cNvPr>
          <p:cNvSpPr/>
          <p:nvPr/>
        </p:nvSpPr>
        <p:spPr>
          <a:xfrm>
            <a:off x="5080043" y="3647540"/>
            <a:ext cx="5437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i="1" dirty="0">
                <a:solidFill>
                  <a:srgbClr val="287897"/>
                </a:solidFill>
                <a:latin typeface="Comfortaa" pitchFamily="2" charset="0"/>
              </a:rPr>
              <a:t>G</a:t>
            </a:r>
            <a:endParaRPr lang="en-US" sz="1200" i="1" dirty="0"/>
          </a:p>
        </p:txBody>
      </p:sp>
      <p:cxnSp>
        <p:nvCxnSpPr>
          <p:cNvPr id="23" name="Elbow Connector 7">
            <a:extLst>
              <a:ext uri="{FF2B5EF4-FFF2-40B4-BE49-F238E27FC236}">
                <a16:creationId xmlns:a16="http://schemas.microsoft.com/office/drawing/2014/main" id="{EF46357A-6D88-FD4B-AFF4-7DD069972C74}"/>
              </a:ext>
            </a:extLst>
          </p:cNvPr>
          <p:cNvCxnSpPr>
            <a:cxnSpLocks/>
          </p:cNvCxnSpPr>
          <p:nvPr/>
        </p:nvCxnSpPr>
        <p:spPr>
          <a:xfrm rot="10800000" flipH="1">
            <a:off x="5793199" y="3706026"/>
            <a:ext cx="10590" cy="539172"/>
          </a:xfrm>
          <a:prstGeom prst="straightConnector1">
            <a:avLst/>
          </a:prstGeom>
          <a:solidFill>
            <a:srgbClr val="287897"/>
          </a:solidFill>
          <a:ln w="57150">
            <a:solidFill>
              <a:srgbClr val="287897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94C410D9-AFED-9B43-BABF-1FEC298A6411}"/>
              </a:ext>
            </a:extLst>
          </p:cNvPr>
          <p:cNvSpPr/>
          <p:nvPr/>
        </p:nvSpPr>
        <p:spPr>
          <a:xfrm>
            <a:off x="4986107" y="2536770"/>
            <a:ext cx="3658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1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901485-9B68-2D45-935F-E2DEEA2FF4B7}"/>
              </a:ext>
            </a:extLst>
          </p:cNvPr>
          <p:cNvSpPr/>
          <p:nvPr/>
        </p:nvSpPr>
        <p:spPr>
          <a:xfrm>
            <a:off x="5782151" y="2535234"/>
            <a:ext cx="4555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2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4111F3-0A88-0540-93E0-643B5FB0351F}"/>
              </a:ext>
            </a:extLst>
          </p:cNvPr>
          <p:cNvSpPr/>
          <p:nvPr/>
        </p:nvSpPr>
        <p:spPr>
          <a:xfrm>
            <a:off x="4764841" y="2316694"/>
            <a:ext cx="1737976" cy="1112306"/>
          </a:xfrm>
          <a:prstGeom prst="rect">
            <a:avLst/>
          </a:prstGeom>
          <a:noFill/>
          <a:ln w="57150">
            <a:solidFill>
              <a:srgbClr val="2878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E8C84C-3C2D-8C42-91AB-603970A2D0BA}"/>
              </a:ext>
            </a:extLst>
          </p:cNvPr>
          <p:cNvSpPr/>
          <p:nvPr/>
        </p:nvSpPr>
        <p:spPr>
          <a:xfrm>
            <a:off x="4986107" y="4783924"/>
            <a:ext cx="4892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T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073B3C-A344-5E44-863B-26A58AB3F6BB}"/>
              </a:ext>
            </a:extLst>
          </p:cNvPr>
          <p:cNvSpPr/>
          <p:nvPr/>
        </p:nvSpPr>
        <p:spPr>
          <a:xfrm>
            <a:off x="5782151" y="4782388"/>
            <a:ext cx="4732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F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2061340-B02F-604E-A0CA-3B43F72229E2}"/>
              </a:ext>
            </a:extLst>
          </p:cNvPr>
          <p:cNvSpPr/>
          <p:nvPr/>
        </p:nvSpPr>
        <p:spPr>
          <a:xfrm>
            <a:off x="4764841" y="4563848"/>
            <a:ext cx="1737976" cy="1112306"/>
          </a:xfrm>
          <a:prstGeom prst="rect">
            <a:avLst/>
          </a:prstGeom>
          <a:noFill/>
          <a:ln w="57150">
            <a:solidFill>
              <a:srgbClr val="2878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363769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Sameness</a:t>
            </a:r>
            <a:r>
              <a:rPr lang="en-US" dirty="0"/>
              <a:t> is isomorphism</a:t>
            </a:r>
            <a:endParaRPr lang="en-US" i="1" dirty="0"/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FB5CA855-49ED-3848-8C38-2C03E4FADC12}"/>
              </a:ext>
            </a:extLst>
          </p:cNvPr>
          <p:cNvSpPr txBox="1">
            <a:spLocks/>
          </p:cNvSpPr>
          <p:nvPr/>
        </p:nvSpPr>
        <p:spPr>
          <a:xfrm>
            <a:off x="7201845" y="2907846"/>
            <a:ext cx="4463143" cy="169817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287897"/>
                </a:solidFill>
              </a:rPr>
              <a:t>Bool</a:t>
            </a:r>
            <a:r>
              <a:rPr lang="en-US" dirty="0"/>
              <a:t> and </a:t>
            </a:r>
            <a:r>
              <a:rPr lang="en-US" b="1" dirty="0">
                <a:solidFill>
                  <a:srgbClr val="287897"/>
                </a:solidFill>
              </a:rPr>
              <a:t>Pair</a:t>
            </a:r>
            <a:r>
              <a:rPr lang="en-US" dirty="0"/>
              <a:t> aren’t </a:t>
            </a:r>
            <a:r>
              <a:rPr lang="en-US" i="1" dirty="0"/>
              <a:t>the same</a:t>
            </a:r>
            <a:r>
              <a:rPr lang="en-US" dirty="0"/>
              <a:t>, but they share an essential meaning and are </a:t>
            </a:r>
            <a:r>
              <a:rPr lang="en-US" i="1" dirty="0"/>
              <a:t>interchangeable</a:t>
            </a:r>
            <a:r>
              <a:rPr lang="en-US" dirty="0"/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9193BF-62F7-EB48-A7E4-F0002D17C025}"/>
              </a:ext>
            </a:extLst>
          </p:cNvPr>
          <p:cNvSpPr/>
          <p:nvPr/>
        </p:nvSpPr>
        <p:spPr>
          <a:xfrm>
            <a:off x="1692193" y="3647540"/>
            <a:ext cx="4732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i="1" dirty="0">
                <a:solidFill>
                  <a:srgbClr val="287897"/>
                </a:solidFill>
                <a:latin typeface="Comfortaa" pitchFamily="2" charset="0"/>
              </a:rPr>
              <a:t>F</a:t>
            </a:r>
            <a:endParaRPr lang="en-US" sz="1200" i="1" dirty="0"/>
          </a:p>
        </p:txBody>
      </p:sp>
      <p:cxnSp>
        <p:nvCxnSpPr>
          <p:cNvPr id="16" name="Elbow Connector 7">
            <a:extLst>
              <a:ext uri="{FF2B5EF4-FFF2-40B4-BE49-F238E27FC236}">
                <a16:creationId xmlns:a16="http://schemas.microsoft.com/office/drawing/2014/main" id="{F3413BDE-5989-2847-B8E7-7A326F0FFFC3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405349" y="3706026"/>
            <a:ext cx="10590" cy="539172"/>
          </a:xfrm>
          <a:prstGeom prst="straightConnector1">
            <a:avLst/>
          </a:prstGeom>
          <a:ln w="57150">
            <a:solidFill>
              <a:schemeClr val="bg1">
                <a:alpha val="37000"/>
              </a:schemeClr>
            </a:solidFill>
            <a:tailEnd type="triangle"/>
          </a:ln>
          <a:effectLst>
            <a:glow rad="88900">
              <a:schemeClr val="bg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940EB14-6C96-0B41-B0D0-54C89F84FF9E}"/>
              </a:ext>
            </a:extLst>
          </p:cNvPr>
          <p:cNvSpPr txBox="1"/>
          <p:nvPr/>
        </p:nvSpPr>
        <p:spPr>
          <a:xfrm>
            <a:off x="3323446" y="2549681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Pair</a:t>
            </a:r>
            <a:endParaRPr lang="en-US" sz="3600" b="1" u="sng" dirty="0">
              <a:solidFill>
                <a:srgbClr val="287897"/>
              </a:solidFill>
              <a:latin typeface="Comfortaa" pitchFamily="2" charset="0"/>
              <a:ea typeface="+mj-ea"/>
              <a:cs typeface="+mj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A1CA22-1F04-154C-AF27-D31B832C3E1D}"/>
              </a:ext>
            </a:extLst>
          </p:cNvPr>
          <p:cNvSpPr/>
          <p:nvPr/>
        </p:nvSpPr>
        <p:spPr>
          <a:xfrm>
            <a:off x="1598257" y="2536770"/>
            <a:ext cx="3658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1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859C44-092F-704E-892F-DC942EE3D22E}"/>
              </a:ext>
            </a:extLst>
          </p:cNvPr>
          <p:cNvSpPr/>
          <p:nvPr/>
        </p:nvSpPr>
        <p:spPr>
          <a:xfrm>
            <a:off x="2394301" y="2535234"/>
            <a:ext cx="4555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2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956306-B8BE-9A4D-800D-EE83402DA48D}"/>
              </a:ext>
            </a:extLst>
          </p:cNvPr>
          <p:cNvSpPr/>
          <p:nvPr/>
        </p:nvSpPr>
        <p:spPr>
          <a:xfrm>
            <a:off x="1376991" y="2316694"/>
            <a:ext cx="1737976" cy="1112306"/>
          </a:xfrm>
          <a:prstGeom prst="rect">
            <a:avLst/>
          </a:prstGeom>
          <a:noFill/>
          <a:ln w="57150">
            <a:solidFill>
              <a:srgbClr val="2878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8F7FC0-95F4-6947-918D-561844C26FB6}"/>
              </a:ext>
            </a:extLst>
          </p:cNvPr>
          <p:cNvSpPr txBox="1"/>
          <p:nvPr/>
        </p:nvSpPr>
        <p:spPr>
          <a:xfrm>
            <a:off x="3323446" y="4796835"/>
            <a:ext cx="1277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Bool</a:t>
            </a:r>
            <a:endParaRPr lang="en-US" sz="3600" b="1" u="sng" dirty="0">
              <a:solidFill>
                <a:srgbClr val="287897"/>
              </a:solidFill>
              <a:latin typeface="Comfortaa" pitchFamily="2" charset="0"/>
              <a:ea typeface="+mj-ea"/>
              <a:cs typeface="+mj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F4687A-7B73-144E-B58E-244965927F74}"/>
              </a:ext>
            </a:extLst>
          </p:cNvPr>
          <p:cNvSpPr/>
          <p:nvPr/>
        </p:nvSpPr>
        <p:spPr>
          <a:xfrm>
            <a:off x="1598257" y="4783924"/>
            <a:ext cx="4892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T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A624A9-9DA5-EB44-A6D3-05217B99F4F9}"/>
              </a:ext>
            </a:extLst>
          </p:cNvPr>
          <p:cNvSpPr/>
          <p:nvPr/>
        </p:nvSpPr>
        <p:spPr>
          <a:xfrm>
            <a:off x="2394301" y="4782388"/>
            <a:ext cx="4732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F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415B5A-5A0A-6F41-9742-19533FB75545}"/>
              </a:ext>
            </a:extLst>
          </p:cNvPr>
          <p:cNvSpPr/>
          <p:nvPr/>
        </p:nvSpPr>
        <p:spPr>
          <a:xfrm>
            <a:off x="1376991" y="4563848"/>
            <a:ext cx="1737976" cy="1112306"/>
          </a:xfrm>
          <a:prstGeom prst="rect">
            <a:avLst/>
          </a:prstGeom>
          <a:noFill/>
          <a:ln w="57150">
            <a:solidFill>
              <a:srgbClr val="2878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7C6A38-9314-2B40-91C8-6B897E0900DD}"/>
              </a:ext>
            </a:extLst>
          </p:cNvPr>
          <p:cNvSpPr/>
          <p:nvPr/>
        </p:nvSpPr>
        <p:spPr>
          <a:xfrm>
            <a:off x="5080043" y="3647540"/>
            <a:ext cx="5437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i="1" dirty="0">
                <a:solidFill>
                  <a:srgbClr val="287897"/>
                </a:solidFill>
                <a:latin typeface="Comfortaa" pitchFamily="2" charset="0"/>
              </a:rPr>
              <a:t>G</a:t>
            </a:r>
            <a:endParaRPr lang="en-US" sz="1200" i="1" dirty="0"/>
          </a:p>
        </p:txBody>
      </p:sp>
      <p:cxnSp>
        <p:nvCxnSpPr>
          <p:cNvPr id="23" name="Elbow Connector 7">
            <a:extLst>
              <a:ext uri="{FF2B5EF4-FFF2-40B4-BE49-F238E27FC236}">
                <a16:creationId xmlns:a16="http://schemas.microsoft.com/office/drawing/2014/main" id="{EF46357A-6D88-FD4B-AFF4-7DD069972C74}"/>
              </a:ext>
            </a:extLst>
          </p:cNvPr>
          <p:cNvCxnSpPr>
            <a:cxnSpLocks/>
          </p:cNvCxnSpPr>
          <p:nvPr/>
        </p:nvCxnSpPr>
        <p:spPr>
          <a:xfrm rot="10800000" flipH="1">
            <a:off x="5793199" y="3706026"/>
            <a:ext cx="10590" cy="539172"/>
          </a:xfrm>
          <a:prstGeom prst="straightConnector1">
            <a:avLst/>
          </a:prstGeom>
          <a:ln w="57150">
            <a:solidFill>
              <a:schemeClr val="bg1">
                <a:alpha val="37000"/>
              </a:schemeClr>
            </a:solidFill>
            <a:tailEnd type="triangle"/>
          </a:ln>
          <a:effectLst>
            <a:glow rad="88900">
              <a:schemeClr val="bg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94C410D9-AFED-9B43-BABF-1FEC298A6411}"/>
              </a:ext>
            </a:extLst>
          </p:cNvPr>
          <p:cNvSpPr/>
          <p:nvPr/>
        </p:nvSpPr>
        <p:spPr>
          <a:xfrm>
            <a:off x="4986107" y="2536770"/>
            <a:ext cx="3658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1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901485-9B68-2D45-935F-E2DEEA2FF4B7}"/>
              </a:ext>
            </a:extLst>
          </p:cNvPr>
          <p:cNvSpPr/>
          <p:nvPr/>
        </p:nvSpPr>
        <p:spPr>
          <a:xfrm>
            <a:off x="5782151" y="2535234"/>
            <a:ext cx="4555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2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4111F3-0A88-0540-93E0-643B5FB0351F}"/>
              </a:ext>
            </a:extLst>
          </p:cNvPr>
          <p:cNvSpPr/>
          <p:nvPr/>
        </p:nvSpPr>
        <p:spPr>
          <a:xfrm>
            <a:off x="4764841" y="2316694"/>
            <a:ext cx="1737976" cy="1112306"/>
          </a:xfrm>
          <a:prstGeom prst="rect">
            <a:avLst/>
          </a:prstGeom>
          <a:noFill/>
          <a:ln w="57150">
            <a:solidFill>
              <a:srgbClr val="2878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E8C84C-3C2D-8C42-91AB-603970A2D0BA}"/>
              </a:ext>
            </a:extLst>
          </p:cNvPr>
          <p:cNvSpPr/>
          <p:nvPr/>
        </p:nvSpPr>
        <p:spPr>
          <a:xfrm>
            <a:off x="4986107" y="4783924"/>
            <a:ext cx="4892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T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073B3C-A344-5E44-863B-26A58AB3F6BB}"/>
              </a:ext>
            </a:extLst>
          </p:cNvPr>
          <p:cNvSpPr/>
          <p:nvPr/>
        </p:nvSpPr>
        <p:spPr>
          <a:xfrm>
            <a:off x="5782151" y="4782388"/>
            <a:ext cx="4732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F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2061340-B02F-604E-A0CA-3B43F72229E2}"/>
              </a:ext>
            </a:extLst>
          </p:cNvPr>
          <p:cNvSpPr/>
          <p:nvPr/>
        </p:nvSpPr>
        <p:spPr>
          <a:xfrm>
            <a:off x="4764841" y="4563848"/>
            <a:ext cx="1737976" cy="1112306"/>
          </a:xfrm>
          <a:prstGeom prst="rect">
            <a:avLst/>
          </a:prstGeom>
          <a:noFill/>
          <a:ln w="57150">
            <a:solidFill>
              <a:srgbClr val="2878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125E5DE-99D2-3547-85D7-A299DA832038}"/>
              </a:ext>
            </a:extLst>
          </p:cNvPr>
          <p:cNvCxnSpPr>
            <a:cxnSpLocks/>
          </p:cNvCxnSpPr>
          <p:nvPr/>
        </p:nvCxnSpPr>
        <p:spPr>
          <a:xfrm flipH="1">
            <a:off x="3323446" y="2513822"/>
            <a:ext cx="1146468" cy="0"/>
          </a:xfrm>
          <a:prstGeom prst="straightConnector1">
            <a:avLst/>
          </a:prstGeom>
          <a:ln w="57150">
            <a:solidFill>
              <a:schemeClr val="bg1">
                <a:alpha val="37000"/>
              </a:schemeClr>
            </a:solidFill>
            <a:tailEnd type="triangle"/>
          </a:ln>
          <a:effectLst>
            <a:glow rad="88900">
              <a:schemeClr val="bg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9BE4319-61FB-C140-86C3-310E7E375F55}"/>
              </a:ext>
            </a:extLst>
          </p:cNvPr>
          <p:cNvSpPr/>
          <p:nvPr/>
        </p:nvSpPr>
        <p:spPr>
          <a:xfrm>
            <a:off x="3560690" y="1660516"/>
            <a:ext cx="803425" cy="830997"/>
          </a:xfrm>
          <a:prstGeom prst="rect">
            <a:avLst/>
          </a:prstGeom>
          <a:effectLst>
            <a:glow rad="88900">
              <a:schemeClr val="bg1">
                <a:alpha val="18000"/>
              </a:schemeClr>
            </a:glow>
          </a:effectLst>
        </p:spPr>
        <p:txBody>
          <a:bodyPr wrap="none">
            <a:spAutoFit/>
          </a:bodyPr>
          <a:lstStyle/>
          <a:p>
            <a:r>
              <a:rPr lang="en-US" sz="4800" b="1" i="1" dirty="0">
                <a:solidFill>
                  <a:schemeClr val="bg1">
                    <a:alpha val="34000"/>
                  </a:schemeClr>
                </a:solidFill>
                <a:effectLst>
                  <a:glow rad="88900">
                    <a:schemeClr val="bg1">
                      <a:alpha val="19000"/>
                    </a:schemeClr>
                  </a:glow>
                </a:effectLst>
                <a:latin typeface="Comfortaa" pitchFamily="2" charset="0"/>
              </a:rPr>
              <a:t>id</a:t>
            </a:r>
            <a:endParaRPr lang="en-US" i="1" dirty="0">
              <a:solidFill>
                <a:schemeClr val="bg1">
                  <a:alpha val="34000"/>
                </a:schemeClr>
              </a:solidFill>
              <a:effectLst>
                <a:glow rad="88900">
                  <a:schemeClr val="bg1">
                    <a:alpha val="19000"/>
                  </a:schemeClr>
                </a:glow>
              </a:effectLst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9F528A8-183C-3849-B3D4-AD23DCEF39DA}"/>
              </a:ext>
            </a:extLst>
          </p:cNvPr>
          <p:cNvCxnSpPr>
            <a:cxnSpLocks/>
          </p:cNvCxnSpPr>
          <p:nvPr/>
        </p:nvCxnSpPr>
        <p:spPr>
          <a:xfrm>
            <a:off x="3323446" y="5510244"/>
            <a:ext cx="1146468" cy="0"/>
          </a:xfrm>
          <a:prstGeom prst="straightConnector1">
            <a:avLst/>
          </a:prstGeom>
          <a:ln w="57150">
            <a:solidFill>
              <a:schemeClr val="bg1">
                <a:alpha val="37000"/>
              </a:schemeClr>
            </a:solidFill>
            <a:tailEnd type="triangle"/>
          </a:ln>
          <a:effectLst>
            <a:glow rad="88900">
              <a:schemeClr val="bg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A148A8BA-1945-334F-B1B2-28A2270340DA}"/>
              </a:ext>
            </a:extLst>
          </p:cNvPr>
          <p:cNvSpPr/>
          <p:nvPr/>
        </p:nvSpPr>
        <p:spPr>
          <a:xfrm>
            <a:off x="3494967" y="5610444"/>
            <a:ext cx="803425" cy="830997"/>
          </a:xfrm>
          <a:prstGeom prst="rect">
            <a:avLst/>
          </a:prstGeom>
          <a:effectLst>
            <a:glow rad="88900">
              <a:schemeClr val="bg1">
                <a:alpha val="18000"/>
              </a:schemeClr>
            </a:glow>
          </a:effectLst>
        </p:spPr>
        <p:txBody>
          <a:bodyPr wrap="none">
            <a:spAutoFit/>
          </a:bodyPr>
          <a:lstStyle/>
          <a:p>
            <a:r>
              <a:rPr lang="en-US" sz="4800" b="1" i="1" dirty="0">
                <a:solidFill>
                  <a:schemeClr val="bg1">
                    <a:alpha val="34000"/>
                  </a:schemeClr>
                </a:solidFill>
                <a:effectLst>
                  <a:glow rad="88900">
                    <a:schemeClr val="bg1">
                      <a:alpha val="19000"/>
                    </a:schemeClr>
                  </a:glow>
                </a:effectLst>
                <a:latin typeface="Comfortaa" pitchFamily="2" charset="0"/>
              </a:rPr>
              <a:t>id</a:t>
            </a:r>
            <a:endParaRPr lang="en-US" i="1" dirty="0">
              <a:solidFill>
                <a:schemeClr val="bg1">
                  <a:alpha val="34000"/>
                </a:schemeClr>
              </a:solidFill>
              <a:effectLst>
                <a:glow rad="88900">
                  <a:schemeClr val="bg1">
                    <a:alpha val="19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118075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Functors compose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FB5CA855-49ED-3848-8C38-2C03E4FADC12}"/>
              </a:ext>
            </a:extLst>
          </p:cNvPr>
          <p:cNvSpPr txBox="1">
            <a:spLocks/>
          </p:cNvSpPr>
          <p:nvPr/>
        </p:nvSpPr>
        <p:spPr>
          <a:xfrm>
            <a:off x="7201845" y="2907846"/>
            <a:ext cx="4463143" cy="1698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Functors are arrows in the category </a:t>
            </a:r>
            <a:r>
              <a:rPr lang="en-US" b="1" dirty="0">
                <a:solidFill>
                  <a:srgbClr val="287896"/>
                </a:solidFill>
              </a:rPr>
              <a:t>Cat</a:t>
            </a:r>
            <a:r>
              <a:rPr lang="en-US" b="1" dirty="0"/>
              <a:t>.  They must behave like all arrows.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9193BF-62F7-EB48-A7E4-F0002D17C025}"/>
              </a:ext>
            </a:extLst>
          </p:cNvPr>
          <p:cNvSpPr/>
          <p:nvPr/>
        </p:nvSpPr>
        <p:spPr>
          <a:xfrm>
            <a:off x="1692193" y="3647540"/>
            <a:ext cx="4732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i="1" dirty="0">
                <a:solidFill>
                  <a:srgbClr val="287897"/>
                </a:solidFill>
                <a:latin typeface="Comfortaa" pitchFamily="2" charset="0"/>
              </a:rPr>
              <a:t>F</a:t>
            </a:r>
            <a:endParaRPr lang="en-US" sz="1200" i="1" dirty="0"/>
          </a:p>
        </p:txBody>
      </p:sp>
      <p:cxnSp>
        <p:nvCxnSpPr>
          <p:cNvPr id="16" name="Elbow Connector 7">
            <a:extLst>
              <a:ext uri="{FF2B5EF4-FFF2-40B4-BE49-F238E27FC236}">
                <a16:creationId xmlns:a16="http://schemas.microsoft.com/office/drawing/2014/main" id="{F3413BDE-5989-2847-B8E7-7A326F0FFFC3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405349" y="3706026"/>
            <a:ext cx="10590" cy="539172"/>
          </a:xfrm>
          <a:prstGeom prst="straightConnector1">
            <a:avLst/>
          </a:prstGeom>
          <a:ln w="57150">
            <a:solidFill>
              <a:schemeClr val="bg1">
                <a:alpha val="37000"/>
              </a:schemeClr>
            </a:solidFill>
            <a:tailEnd type="triangle"/>
          </a:ln>
          <a:effectLst>
            <a:glow rad="88900">
              <a:schemeClr val="bg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940EB14-6C96-0B41-B0D0-54C89F84FF9E}"/>
              </a:ext>
            </a:extLst>
          </p:cNvPr>
          <p:cNvSpPr txBox="1"/>
          <p:nvPr/>
        </p:nvSpPr>
        <p:spPr>
          <a:xfrm>
            <a:off x="3323446" y="2549681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Pair</a:t>
            </a:r>
            <a:endParaRPr lang="en-US" sz="3600" b="1" u="sng" dirty="0">
              <a:solidFill>
                <a:srgbClr val="287897"/>
              </a:solidFill>
              <a:latin typeface="Comfortaa" pitchFamily="2" charset="0"/>
              <a:ea typeface="+mj-ea"/>
              <a:cs typeface="+mj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A1CA22-1F04-154C-AF27-D31B832C3E1D}"/>
              </a:ext>
            </a:extLst>
          </p:cNvPr>
          <p:cNvSpPr/>
          <p:nvPr/>
        </p:nvSpPr>
        <p:spPr>
          <a:xfrm>
            <a:off x="1598257" y="2536770"/>
            <a:ext cx="3658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1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859C44-092F-704E-892F-DC942EE3D22E}"/>
              </a:ext>
            </a:extLst>
          </p:cNvPr>
          <p:cNvSpPr/>
          <p:nvPr/>
        </p:nvSpPr>
        <p:spPr>
          <a:xfrm>
            <a:off x="2394301" y="2535234"/>
            <a:ext cx="4555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2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956306-B8BE-9A4D-800D-EE83402DA48D}"/>
              </a:ext>
            </a:extLst>
          </p:cNvPr>
          <p:cNvSpPr/>
          <p:nvPr/>
        </p:nvSpPr>
        <p:spPr>
          <a:xfrm>
            <a:off x="1376991" y="2316694"/>
            <a:ext cx="1737976" cy="1112306"/>
          </a:xfrm>
          <a:prstGeom prst="rect">
            <a:avLst/>
          </a:prstGeom>
          <a:noFill/>
          <a:ln w="57150">
            <a:solidFill>
              <a:srgbClr val="2878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8F7FC0-95F4-6947-918D-561844C26FB6}"/>
              </a:ext>
            </a:extLst>
          </p:cNvPr>
          <p:cNvSpPr txBox="1"/>
          <p:nvPr/>
        </p:nvSpPr>
        <p:spPr>
          <a:xfrm>
            <a:off x="3323446" y="4796835"/>
            <a:ext cx="1277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Bool</a:t>
            </a:r>
            <a:endParaRPr lang="en-US" sz="3600" b="1" u="sng" dirty="0">
              <a:solidFill>
                <a:srgbClr val="287897"/>
              </a:solidFill>
              <a:latin typeface="Comfortaa" pitchFamily="2" charset="0"/>
              <a:ea typeface="+mj-ea"/>
              <a:cs typeface="+mj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F4687A-7B73-144E-B58E-244965927F74}"/>
              </a:ext>
            </a:extLst>
          </p:cNvPr>
          <p:cNvSpPr/>
          <p:nvPr/>
        </p:nvSpPr>
        <p:spPr>
          <a:xfrm>
            <a:off x="1598257" y="4783924"/>
            <a:ext cx="4892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T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A624A9-9DA5-EB44-A6D3-05217B99F4F9}"/>
              </a:ext>
            </a:extLst>
          </p:cNvPr>
          <p:cNvSpPr/>
          <p:nvPr/>
        </p:nvSpPr>
        <p:spPr>
          <a:xfrm>
            <a:off x="2394301" y="4782388"/>
            <a:ext cx="4732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F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415B5A-5A0A-6F41-9742-19533FB75545}"/>
              </a:ext>
            </a:extLst>
          </p:cNvPr>
          <p:cNvSpPr/>
          <p:nvPr/>
        </p:nvSpPr>
        <p:spPr>
          <a:xfrm>
            <a:off x="1376991" y="4563848"/>
            <a:ext cx="1737976" cy="1112306"/>
          </a:xfrm>
          <a:prstGeom prst="rect">
            <a:avLst/>
          </a:prstGeom>
          <a:noFill/>
          <a:ln w="57150">
            <a:solidFill>
              <a:srgbClr val="2878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7C6A38-9314-2B40-91C8-6B897E0900DD}"/>
              </a:ext>
            </a:extLst>
          </p:cNvPr>
          <p:cNvSpPr/>
          <p:nvPr/>
        </p:nvSpPr>
        <p:spPr>
          <a:xfrm>
            <a:off x="5080043" y="3647540"/>
            <a:ext cx="5437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i="1" dirty="0">
                <a:solidFill>
                  <a:srgbClr val="287897"/>
                </a:solidFill>
                <a:latin typeface="Comfortaa" pitchFamily="2" charset="0"/>
              </a:rPr>
              <a:t>G</a:t>
            </a:r>
            <a:endParaRPr lang="en-US" sz="1200" i="1" dirty="0"/>
          </a:p>
        </p:txBody>
      </p:sp>
      <p:cxnSp>
        <p:nvCxnSpPr>
          <p:cNvPr id="23" name="Elbow Connector 7">
            <a:extLst>
              <a:ext uri="{FF2B5EF4-FFF2-40B4-BE49-F238E27FC236}">
                <a16:creationId xmlns:a16="http://schemas.microsoft.com/office/drawing/2014/main" id="{EF46357A-6D88-FD4B-AFF4-7DD069972C74}"/>
              </a:ext>
            </a:extLst>
          </p:cNvPr>
          <p:cNvCxnSpPr>
            <a:cxnSpLocks/>
          </p:cNvCxnSpPr>
          <p:nvPr/>
        </p:nvCxnSpPr>
        <p:spPr>
          <a:xfrm rot="10800000" flipH="1">
            <a:off x="5793199" y="3706026"/>
            <a:ext cx="10590" cy="539172"/>
          </a:xfrm>
          <a:prstGeom prst="straightConnector1">
            <a:avLst/>
          </a:prstGeom>
          <a:ln w="57150">
            <a:solidFill>
              <a:schemeClr val="bg1">
                <a:alpha val="37000"/>
              </a:schemeClr>
            </a:solidFill>
            <a:tailEnd type="triangle"/>
          </a:ln>
          <a:effectLst>
            <a:glow rad="88900">
              <a:schemeClr val="bg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94C410D9-AFED-9B43-BABF-1FEC298A6411}"/>
              </a:ext>
            </a:extLst>
          </p:cNvPr>
          <p:cNvSpPr/>
          <p:nvPr/>
        </p:nvSpPr>
        <p:spPr>
          <a:xfrm>
            <a:off x="4986107" y="2536770"/>
            <a:ext cx="3658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1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901485-9B68-2D45-935F-E2DEEA2FF4B7}"/>
              </a:ext>
            </a:extLst>
          </p:cNvPr>
          <p:cNvSpPr/>
          <p:nvPr/>
        </p:nvSpPr>
        <p:spPr>
          <a:xfrm>
            <a:off x="5782151" y="2535234"/>
            <a:ext cx="4555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2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4111F3-0A88-0540-93E0-643B5FB0351F}"/>
              </a:ext>
            </a:extLst>
          </p:cNvPr>
          <p:cNvSpPr/>
          <p:nvPr/>
        </p:nvSpPr>
        <p:spPr>
          <a:xfrm>
            <a:off x="4764841" y="2316694"/>
            <a:ext cx="1737976" cy="1112306"/>
          </a:xfrm>
          <a:prstGeom prst="rect">
            <a:avLst/>
          </a:prstGeom>
          <a:noFill/>
          <a:ln w="57150">
            <a:solidFill>
              <a:srgbClr val="2878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E8C84C-3C2D-8C42-91AB-603970A2D0BA}"/>
              </a:ext>
            </a:extLst>
          </p:cNvPr>
          <p:cNvSpPr/>
          <p:nvPr/>
        </p:nvSpPr>
        <p:spPr>
          <a:xfrm>
            <a:off x="4986107" y="4783924"/>
            <a:ext cx="4892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T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073B3C-A344-5E44-863B-26A58AB3F6BB}"/>
              </a:ext>
            </a:extLst>
          </p:cNvPr>
          <p:cNvSpPr/>
          <p:nvPr/>
        </p:nvSpPr>
        <p:spPr>
          <a:xfrm>
            <a:off x="5782151" y="4782388"/>
            <a:ext cx="4732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F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2061340-B02F-604E-A0CA-3B43F72229E2}"/>
              </a:ext>
            </a:extLst>
          </p:cNvPr>
          <p:cNvSpPr/>
          <p:nvPr/>
        </p:nvSpPr>
        <p:spPr>
          <a:xfrm>
            <a:off x="4764841" y="4563848"/>
            <a:ext cx="1737976" cy="1112306"/>
          </a:xfrm>
          <a:prstGeom prst="rect">
            <a:avLst/>
          </a:prstGeom>
          <a:noFill/>
          <a:ln w="57150">
            <a:solidFill>
              <a:srgbClr val="2878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125E5DE-99D2-3547-85D7-A299DA832038}"/>
              </a:ext>
            </a:extLst>
          </p:cNvPr>
          <p:cNvCxnSpPr>
            <a:cxnSpLocks/>
          </p:cNvCxnSpPr>
          <p:nvPr/>
        </p:nvCxnSpPr>
        <p:spPr>
          <a:xfrm flipH="1">
            <a:off x="3323446" y="2513822"/>
            <a:ext cx="1146468" cy="0"/>
          </a:xfrm>
          <a:prstGeom prst="straightConnector1">
            <a:avLst/>
          </a:prstGeom>
          <a:ln w="57150">
            <a:solidFill>
              <a:schemeClr val="bg1">
                <a:alpha val="37000"/>
              </a:schemeClr>
            </a:solidFill>
            <a:tailEnd type="triangle"/>
          </a:ln>
          <a:effectLst>
            <a:glow rad="88900">
              <a:schemeClr val="bg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9BE4319-61FB-C140-86C3-310E7E375F55}"/>
              </a:ext>
            </a:extLst>
          </p:cNvPr>
          <p:cNvSpPr/>
          <p:nvPr/>
        </p:nvSpPr>
        <p:spPr>
          <a:xfrm>
            <a:off x="3560690" y="1660516"/>
            <a:ext cx="803425" cy="830997"/>
          </a:xfrm>
          <a:prstGeom prst="rect">
            <a:avLst/>
          </a:prstGeom>
          <a:effectLst>
            <a:glow rad="88900">
              <a:schemeClr val="bg1">
                <a:alpha val="18000"/>
              </a:schemeClr>
            </a:glow>
          </a:effectLst>
        </p:spPr>
        <p:txBody>
          <a:bodyPr wrap="none">
            <a:spAutoFit/>
          </a:bodyPr>
          <a:lstStyle/>
          <a:p>
            <a:r>
              <a:rPr lang="en-US" sz="4800" b="1" i="1" dirty="0">
                <a:solidFill>
                  <a:schemeClr val="bg1">
                    <a:alpha val="34000"/>
                  </a:schemeClr>
                </a:solidFill>
                <a:effectLst>
                  <a:glow rad="88900">
                    <a:schemeClr val="bg1">
                      <a:alpha val="19000"/>
                    </a:schemeClr>
                  </a:glow>
                </a:effectLst>
                <a:latin typeface="Comfortaa" pitchFamily="2" charset="0"/>
              </a:rPr>
              <a:t>id</a:t>
            </a:r>
            <a:endParaRPr lang="en-US" i="1" dirty="0">
              <a:solidFill>
                <a:schemeClr val="bg1">
                  <a:alpha val="34000"/>
                </a:schemeClr>
              </a:solidFill>
              <a:effectLst>
                <a:glow rad="88900">
                  <a:schemeClr val="bg1">
                    <a:alpha val="19000"/>
                  </a:schemeClr>
                </a:glow>
              </a:effectLst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9F528A8-183C-3849-B3D4-AD23DCEF39DA}"/>
              </a:ext>
            </a:extLst>
          </p:cNvPr>
          <p:cNvCxnSpPr>
            <a:cxnSpLocks/>
          </p:cNvCxnSpPr>
          <p:nvPr/>
        </p:nvCxnSpPr>
        <p:spPr>
          <a:xfrm>
            <a:off x="3323446" y="5510244"/>
            <a:ext cx="1146468" cy="0"/>
          </a:xfrm>
          <a:prstGeom prst="straightConnector1">
            <a:avLst/>
          </a:prstGeom>
          <a:ln w="57150">
            <a:solidFill>
              <a:schemeClr val="bg1">
                <a:alpha val="37000"/>
              </a:schemeClr>
            </a:solidFill>
            <a:tailEnd type="triangle"/>
          </a:ln>
          <a:effectLst>
            <a:glow rad="88900">
              <a:schemeClr val="bg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A148A8BA-1945-334F-B1B2-28A2270340DA}"/>
              </a:ext>
            </a:extLst>
          </p:cNvPr>
          <p:cNvSpPr/>
          <p:nvPr/>
        </p:nvSpPr>
        <p:spPr>
          <a:xfrm>
            <a:off x="3494967" y="5610444"/>
            <a:ext cx="803425" cy="830997"/>
          </a:xfrm>
          <a:prstGeom prst="rect">
            <a:avLst/>
          </a:prstGeom>
          <a:effectLst>
            <a:glow rad="88900">
              <a:schemeClr val="bg1">
                <a:alpha val="18000"/>
              </a:schemeClr>
            </a:glow>
          </a:effectLst>
        </p:spPr>
        <p:txBody>
          <a:bodyPr wrap="none">
            <a:spAutoFit/>
          </a:bodyPr>
          <a:lstStyle/>
          <a:p>
            <a:r>
              <a:rPr lang="en-US" sz="4800" b="1" i="1" dirty="0">
                <a:solidFill>
                  <a:schemeClr val="bg1">
                    <a:alpha val="34000"/>
                  </a:schemeClr>
                </a:solidFill>
                <a:effectLst>
                  <a:glow rad="88900">
                    <a:schemeClr val="bg1">
                      <a:alpha val="19000"/>
                    </a:schemeClr>
                  </a:glow>
                </a:effectLst>
                <a:latin typeface="Comfortaa" pitchFamily="2" charset="0"/>
              </a:rPr>
              <a:t>id</a:t>
            </a:r>
            <a:endParaRPr lang="en-US" i="1" dirty="0">
              <a:solidFill>
                <a:schemeClr val="bg1">
                  <a:alpha val="34000"/>
                </a:schemeClr>
              </a:solidFill>
              <a:effectLst>
                <a:glow rad="88900">
                  <a:schemeClr val="bg1">
                    <a:alpha val="19000"/>
                  </a:schemeClr>
                </a:glo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28D2D85-6C7B-A34E-89D1-3017229BD2CE}"/>
                  </a:ext>
                </a:extLst>
              </p:cNvPr>
              <p:cNvSpPr txBox="1"/>
              <p:nvPr/>
            </p:nvSpPr>
            <p:spPr>
              <a:xfrm>
                <a:off x="8152691" y="4935334"/>
                <a:ext cx="294330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28789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28789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𝑖𝑑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28789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𝑃𝑎𝑖𝑟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4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28789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28789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𝑖𝑑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28789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𝐵𝑜𝑜𝑙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400" b="0" i="1" smtClean="0">
                          <a:solidFill>
                            <a:srgbClr val="287897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400" dirty="0">
                  <a:solidFill>
                    <a:srgbClr val="287897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28D2D85-6C7B-A34E-89D1-3017229BD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691" y="4935334"/>
                <a:ext cx="2943306" cy="369332"/>
              </a:xfrm>
              <a:prstGeom prst="rect">
                <a:avLst/>
              </a:prstGeom>
              <a:blipFill>
                <a:blip r:embed="rId2"/>
                <a:stretch>
                  <a:fillRect l="-1717" t="-6667" r="-1288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0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Functors can be objects, too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818F28-7E85-504B-9639-48A7B2A16D63}"/>
              </a:ext>
            </a:extLst>
          </p:cNvPr>
          <p:cNvGrpSpPr/>
          <p:nvPr/>
        </p:nvGrpSpPr>
        <p:grpSpPr>
          <a:xfrm>
            <a:off x="3120416" y="2515847"/>
            <a:ext cx="3827954" cy="1826306"/>
            <a:chOff x="6520543" y="2515847"/>
            <a:chExt cx="3827954" cy="1826306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2A336A0-B35C-1640-AB24-AE148859F745}"/>
                </a:ext>
              </a:extLst>
            </p:cNvPr>
            <p:cNvSpPr/>
            <p:nvPr/>
          </p:nvSpPr>
          <p:spPr>
            <a:xfrm>
              <a:off x="6854378" y="3007151"/>
              <a:ext cx="569387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8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F</a:t>
              </a:r>
              <a:endParaRPr lang="en-US" dirty="0">
                <a:solidFill>
                  <a:srgbClr val="287897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AC45F10-3A4A-FD41-A73B-4E615C3120EB}"/>
                </a:ext>
              </a:extLst>
            </p:cNvPr>
            <p:cNvSpPr/>
            <p:nvPr/>
          </p:nvSpPr>
          <p:spPr>
            <a:xfrm>
              <a:off x="7866635" y="3013502"/>
              <a:ext cx="662361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8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G</a:t>
              </a:r>
              <a:endParaRPr lang="en-US" dirty="0">
                <a:solidFill>
                  <a:srgbClr val="287897"/>
                </a:solidFill>
              </a:endParaRPr>
            </a:p>
          </p:txBody>
        </p:sp>
        <p:cxnSp>
          <p:nvCxnSpPr>
            <p:cNvPr id="41" name="Elbow Connector 7">
              <a:extLst>
                <a:ext uri="{FF2B5EF4-FFF2-40B4-BE49-F238E27FC236}">
                  <a16:creationId xmlns:a16="http://schemas.microsoft.com/office/drawing/2014/main" id="{02774FC1-396C-9045-ADA8-ECEEEB6CC4A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657193" y="3105711"/>
              <a:ext cx="12700" cy="646578"/>
            </a:xfrm>
            <a:prstGeom prst="straightConnector1">
              <a:avLst/>
            </a:prstGeom>
            <a:solidFill>
              <a:srgbClr val="287897"/>
            </a:solidFill>
            <a:ln w="57150">
              <a:solidFill>
                <a:srgbClr val="287897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07A71CC-0F9F-3F41-A180-4A37D0A57DF8}"/>
                </a:ext>
              </a:extLst>
            </p:cNvPr>
            <p:cNvSpPr/>
            <p:nvPr/>
          </p:nvSpPr>
          <p:spPr>
            <a:xfrm>
              <a:off x="7396791" y="2721820"/>
              <a:ext cx="604653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800" b="1" i="1" dirty="0">
                  <a:solidFill>
                    <a:srgbClr val="287897"/>
                  </a:solidFill>
                  <a:latin typeface="Comfortaa" pitchFamily="2" charset="0"/>
                </a:rPr>
                <a:t>u</a:t>
              </a:r>
              <a:endParaRPr lang="en-US" i="1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8457A55-D7AC-DB43-ACE2-5577291415BB}"/>
                </a:ext>
              </a:extLst>
            </p:cNvPr>
            <p:cNvSpPr/>
            <p:nvPr/>
          </p:nvSpPr>
          <p:spPr>
            <a:xfrm>
              <a:off x="6520543" y="2515847"/>
              <a:ext cx="2307771" cy="1826306"/>
            </a:xfrm>
            <a:prstGeom prst="rect">
              <a:avLst/>
            </a:prstGeom>
            <a:noFill/>
            <a:ln w="57150">
              <a:solidFill>
                <a:srgbClr val="2878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C4DFFB9-7C72-634B-8785-01BD92CB364B}"/>
                </a:ext>
              </a:extLst>
            </p:cNvPr>
            <p:cNvSpPr txBox="1"/>
            <p:nvPr/>
          </p:nvSpPr>
          <p:spPr>
            <a:xfrm>
              <a:off x="8939137" y="3013501"/>
              <a:ext cx="140936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Fun</a:t>
              </a:r>
              <a:endParaRPr lang="en-US" sz="4800" b="1" u="sng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endParaRPr>
            </a:p>
          </p:txBody>
        </p:sp>
      </p:grp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74AD2CD-3408-7549-BBF1-D1B3B15821DC}"/>
              </a:ext>
            </a:extLst>
          </p:cNvPr>
          <p:cNvSpPr txBox="1">
            <a:spLocks/>
          </p:cNvSpPr>
          <p:nvPr/>
        </p:nvSpPr>
        <p:spPr>
          <a:xfrm>
            <a:off x="1404257" y="5167312"/>
            <a:ext cx="9241971" cy="77872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Treat functors like objects and create arrows between them.  This forms a new category, </a:t>
            </a:r>
            <a:r>
              <a:rPr lang="en-US" b="1" dirty="0">
                <a:solidFill>
                  <a:srgbClr val="287897"/>
                </a:solidFill>
              </a:rPr>
              <a:t>Fun</a:t>
            </a:r>
            <a:r>
              <a:rPr lang="en-US" dirty="0"/>
              <a:t>.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05E2003E-2E8D-B74C-8971-28C30C20D854}"/>
              </a:ext>
            </a:extLst>
          </p:cNvPr>
          <p:cNvSpPr txBox="1">
            <a:spLocks/>
          </p:cNvSpPr>
          <p:nvPr/>
        </p:nvSpPr>
        <p:spPr>
          <a:xfrm>
            <a:off x="7157608" y="2579914"/>
            <a:ext cx="4463143" cy="1698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Arrows between functors are called </a:t>
            </a:r>
            <a:r>
              <a:rPr lang="en-US" u="sng" dirty="0"/>
              <a:t>natural transformations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48962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Natural transformation models polymorphism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74AD2CD-3408-7549-BBF1-D1B3B15821DC}"/>
              </a:ext>
            </a:extLst>
          </p:cNvPr>
          <p:cNvSpPr txBox="1">
            <a:spLocks/>
          </p:cNvSpPr>
          <p:nvPr/>
        </p:nvSpPr>
        <p:spPr>
          <a:xfrm>
            <a:off x="1475015" y="3648357"/>
            <a:ext cx="9241971" cy="1380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safeHead</a:t>
            </a:r>
            <a:r>
              <a:rPr lang="en-US" dirty="0"/>
              <a:t> is a </a:t>
            </a:r>
            <a:r>
              <a:rPr lang="en-US" u="sng" dirty="0"/>
              <a:t>natural transformation</a:t>
            </a:r>
            <a:r>
              <a:rPr lang="en-US" dirty="0"/>
              <a:t> between a list functor of arbitrary type and an option of arbitrary type 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05E2003E-2E8D-B74C-8971-28C30C20D854}"/>
              </a:ext>
            </a:extLst>
          </p:cNvPr>
          <p:cNvSpPr txBox="1">
            <a:spLocks/>
          </p:cNvSpPr>
          <p:nvPr/>
        </p:nvSpPr>
        <p:spPr>
          <a:xfrm>
            <a:off x="838200" y="2579915"/>
            <a:ext cx="10515600" cy="9579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List</a:t>
            </a:r>
            <a:r>
              <a:rPr lang="en-US" dirty="0"/>
              <a:t> and 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Option</a:t>
            </a:r>
            <a:r>
              <a:rPr lang="en-US" dirty="0"/>
              <a:t> are </a:t>
            </a:r>
            <a:r>
              <a:rPr lang="en-US" u="sng" dirty="0"/>
              <a:t>endofunctors</a:t>
            </a:r>
            <a:r>
              <a:rPr lang="en-US" dirty="0"/>
              <a:t> on the category of </a:t>
            </a:r>
            <a:r>
              <a:rPr lang="en-US" b="1" dirty="0">
                <a:solidFill>
                  <a:srgbClr val="287896"/>
                </a:solidFill>
              </a:rPr>
              <a:t>Types</a:t>
            </a:r>
            <a:r>
              <a:rPr lang="en-US" dirty="0"/>
              <a:t> used in programming.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9C1A25D-29E7-9D4C-BB82-403C061809F6}"/>
              </a:ext>
            </a:extLst>
          </p:cNvPr>
          <p:cNvSpPr txBox="1">
            <a:spLocks/>
          </p:cNvSpPr>
          <p:nvPr/>
        </p:nvSpPr>
        <p:spPr>
          <a:xfrm>
            <a:off x="1475015" y="1890712"/>
            <a:ext cx="9241971" cy="778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safeHead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 List a -&gt; Option a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234A53-26AA-AD4F-A3FF-1FDE1B89B44D}"/>
              </a:ext>
            </a:extLst>
          </p:cNvPr>
          <p:cNvSpPr txBox="1">
            <a:spLocks/>
          </p:cNvSpPr>
          <p:nvPr/>
        </p:nvSpPr>
        <p:spPr>
          <a:xfrm>
            <a:off x="1475014" y="5139700"/>
            <a:ext cx="9241971" cy="1380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safeHead</a:t>
            </a:r>
            <a:r>
              <a:rPr lang="en-US" dirty="0"/>
              <a:t> is a </a:t>
            </a:r>
            <a:r>
              <a:rPr lang="en-US" i="1" dirty="0"/>
              <a:t>family of functions </a:t>
            </a:r>
            <a:r>
              <a:rPr lang="en-US" dirty="0"/>
              <a:t>parameterized over </a:t>
            </a:r>
            <a:r>
              <a:rPr lang="en-US" b="1" dirty="0">
                <a:solidFill>
                  <a:srgbClr val="287896"/>
                </a:solidFill>
              </a:rPr>
              <a:t>Type</a:t>
            </a:r>
            <a:r>
              <a:rPr lang="en-US" dirty="0">
                <a:sym typeface="Wingdings" pitchFamily="2" charset="2"/>
              </a:rPr>
              <a:t> (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  <a:sym typeface="Wingdings" pitchFamily="2" charset="2"/>
              </a:rPr>
              <a:t>Integer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  <a:sym typeface="Wingdings" pitchFamily="2" charset="2"/>
              </a:rPr>
              <a:t>Boolean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  <a:sym typeface="Wingdings" pitchFamily="2" charset="2"/>
              </a:rPr>
              <a:t>String</a:t>
            </a:r>
            <a:r>
              <a:rPr lang="en-US" dirty="0">
                <a:sym typeface="Wingdings" pitchFamily="2" charset="2"/>
              </a:rPr>
              <a:t>, …)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1004970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34195-3A2B-1E47-9F48-5D810F3FD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point?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52977-08FF-3942-80B9-AC3B38D2B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identify </a:t>
            </a:r>
            <a:r>
              <a:rPr lang="en-US" u="sng" dirty="0"/>
              <a:t>objects</a:t>
            </a:r>
            <a:endParaRPr lang="en-US" i="1" dirty="0"/>
          </a:p>
          <a:p>
            <a:r>
              <a:rPr lang="en-US" dirty="0"/>
              <a:t>We can relate objects with </a:t>
            </a:r>
            <a:r>
              <a:rPr lang="en-US" u="sng" dirty="0"/>
              <a:t>arrows</a:t>
            </a:r>
          </a:p>
          <a:p>
            <a:r>
              <a:rPr lang="en-US" dirty="0"/>
              <a:t>We can isolate objects and arrows in </a:t>
            </a:r>
            <a:r>
              <a:rPr lang="en-US" u="sng" dirty="0"/>
              <a:t>category</a:t>
            </a:r>
            <a:r>
              <a:rPr lang="en-US" dirty="0"/>
              <a:t> contexts</a:t>
            </a:r>
          </a:p>
          <a:p>
            <a:r>
              <a:rPr lang="en-US" dirty="0"/>
              <a:t>Categories are shapes, patterns, meaning</a:t>
            </a:r>
          </a:p>
          <a:p>
            <a:r>
              <a:rPr lang="en-US" dirty="0"/>
              <a:t>Functors are like lenses</a:t>
            </a:r>
          </a:p>
          <a:p>
            <a:r>
              <a:rPr lang="en-US" dirty="0"/>
              <a:t>Isomorphism is sameness</a:t>
            </a:r>
          </a:p>
          <a:p>
            <a:r>
              <a:rPr lang="en-US" dirty="0"/>
              <a:t>Natural transformation is polymorphism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655F32-D25E-3742-991D-A53FB096CF0E}"/>
              </a:ext>
            </a:extLst>
          </p:cNvPr>
          <p:cNvSpPr txBox="1"/>
          <p:nvPr/>
        </p:nvSpPr>
        <p:spPr>
          <a:xfrm>
            <a:off x="500743" y="5896401"/>
            <a:ext cx="6753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004A"/>
                </a:solidFill>
                <a:latin typeface="Comfortaa" pitchFamily="2" charset="0"/>
                <a:ea typeface="+mj-ea"/>
                <a:cs typeface="+mj-cs"/>
              </a:rPr>
              <a:t>unifying abstraction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91EA94-E5AB-7B4E-A8D7-CEE17CF686EC}"/>
              </a:ext>
            </a:extLst>
          </p:cNvPr>
          <p:cNvSpPr/>
          <p:nvPr/>
        </p:nvSpPr>
        <p:spPr>
          <a:xfrm>
            <a:off x="7075671" y="6252125"/>
            <a:ext cx="47788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8E0B2B"/>
                </a:solidFill>
                <a:latin typeface="Comfortaa" pitchFamily="2" charset="0"/>
              </a:rPr>
              <a:t>for the building blocks of meaning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096574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34195-3A2B-1E47-9F48-5D810F3FD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52977-08FF-3942-80B9-AC3B38D2B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The incredible power of Generalized Algebraic Theories (GATs)</a:t>
            </a:r>
          </a:p>
          <a:p>
            <a:r>
              <a:rPr lang="en-US" dirty="0"/>
              <a:t>Define or extend a theory</a:t>
            </a:r>
          </a:p>
          <a:p>
            <a:r>
              <a:rPr lang="en-US" dirty="0"/>
              <a:t>Develop a syntax</a:t>
            </a:r>
          </a:p>
          <a:p>
            <a:pPr lvl="1"/>
            <a:r>
              <a:rPr lang="en-US" dirty="0"/>
              <a:t>Symbolic notation (formula)</a:t>
            </a:r>
          </a:p>
          <a:p>
            <a:pPr lvl="1"/>
            <a:r>
              <a:rPr lang="en-US" dirty="0"/>
              <a:t>Wiring diagram (graphical model)</a:t>
            </a:r>
          </a:p>
          <a:p>
            <a:pPr lvl="1"/>
            <a:r>
              <a:rPr lang="en-US" dirty="0"/>
              <a:t>Domain-specific languages</a:t>
            </a:r>
          </a:p>
          <a:p>
            <a:r>
              <a:rPr lang="en-US" dirty="0"/>
              <a:t>Create instances</a:t>
            </a:r>
          </a:p>
          <a:p>
            <a:pPr lvl="1"/>
            <a:r>
              <a:rPr lang="en-US" dirty="0"/>
              <a:t>Lambda, notebooks</a:t>
            </a:r>
          </a:p>
          <a:p>
            <a:pPr lvl="1"/>
            <a:r>
              <a:rPr lang="en-US" dirty="0"/>
              <a:t>Function graphs</a:t>
            </a:r>
          </a:p>
          <a:p>
            <a:pPr lvl="1"/>
            <a:r>
              <a:rPr lang="en-US" dirty="0"/>
              <a:t>Services</a:t>
            </a:r>
          </a:p>
          <a:p>
            <a:r>
              <a:rPr lang="en-US" dirty="0"/>
              <a:t>Present models</a:t>
            </a:r>
          </a:p>
          <a:p>
            <a:pPr lvl="1"/>
            <a:r>
              <a:rPr lang="en-US" dirty="0"/>
              <a:t>Using syntax, define models (e.g., epidemiology, planning optimization)</a:t>
            </a:r>
          </a:p>
          <a:p>
            <a:r>
              <a:rPr lang="en-US" dirty="0"/>
              <a:t>Run simulations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4987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the pattern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DAA2852-9DD3-8C44-AFEE-D5592916E3E7}"/>
              </a:ext>
            </a:extLst>
          </p:cNvPr>
          <p:cNvGrpSpPr/>
          <p:nvPr/>
        </p:nvGrpSpPr>
        <p:grpSpPr>
          <a:xfrm>
            <a:off x="1308696" y="1679555"/>
            <a:ext cx="9574608" cy="4544949"/>
            <a:chOff x="1308696" y="1679555"/>
            <a:chExt cx="9574608" cy="4544949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02E4993-2F74-9E41-9A6C-FC1B75A79234}"/>
                </a:ext>
              </a:extLst>
            </p:cNvPr>
            <p:cNvGrpSpPr/>
            <p:nvPr/>
          </p:nvGrpSpPr>
          <p:grpSpPr>
            <a:xfrm>
              <a:off x="1308696" y="4074447"/>
              <a:ext cx="9574608" cy="2150057"/>
              <a:chOff x="2457079" y="4074447"/>
              <a:chExt cx="9574608" cy="2150057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96CDC68-A0AC-0948-8CAA-B81E4A10B5AD}"/>
                  </a:ext>
                </a:extLst>
              </p:cNvPr>
              <p:cNvSpPr txBox="1"/>
              <p:nvPr/>
            </p:nvSpPr>
            <p:spPr>
              <a:xfrm>
                <a:off x="9950668" y="4682592"/>
                <a:ext cx="208101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800" b="1" dirty="0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Arrow</a:t>
                </a:r>
                <a:endParaRPr lang="en-US" sz="4800" b="1" u="sng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endParaRP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6703949A-4D45-634B-A54E-D437F4F996C6}"/>
                  </a:ext>
                </a:extLst>
              </p:cNvPr>
              <p:cNvGrpSpPr/>
              <p:nvPr/>
            </p:nvGrpSpPr>
            <p:grpSpPr>
              <a:xfrm>
                <a:off x="2457079" y="4074447"/>
                <a:ext cx="7277843" cy="2150057"/>
                <a:chOff x="1844161" y="4074447"/>
                <a:chExt cx="7277843" cy="2150057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1BEFB62F-616C-2140-89AF-F257A941C284}"/>
                    </a:ext>
                  </a:extLst>
                </p:cNvPr>
                <p:cNvGrpSpPr/>
                <p:nvPr/>
              </p:nvGrpSpPr>
              <p:grpSpPr>
                <a:xfrm>
                  <a:off x="2109505" y="4654875"/>
                  <a:ext cx="2987334" cy="914400"/>
                  <a:chOff x="4362848" y="2971800"/>
                  <a:chExt cx="2987334" cy="914400"/>
                </a:xfrm>
              </p:grpSpPr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C60C5A0A-7710-0E44-B738-B180618659F6}"/>
                      </a:ext>
                    </a:extLst>
                  </p:cNvPr>
                  <p:cNvSpPr/>
                  <p:nvPr/>
                </p:nvSpPr>
                <p:spPr>
                  <a:xfrm>
                    <a:off x="6435782" y="2971800"/>
                    <a:ext cx="914400" cy="914400"/>
                  </a:xfrm>
                  <a:prstGeom prst="ellipse">
                    <a:avLst/>
                  </a:prstGeom>
                  <a:solidFill>
                    <a:srgbClr val="287897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9A5B3139-72A6-EF4C-9773-29694AFA4D26}"/>
                      </a:ext>
                    </a:extLst>
                  </p:cNvPr>
                  <p:cNvSpPr/>
                  <p:nvPr/>
                </p:nvSpPr>
                <p:spPr>
                  <a:xfrm>
                    <a:off x="4362848" y="3013501"/>
                    <a:ext cx="1091966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4800" b="1" dirty="0" err="1">
                        <a:solidFill>
                          <a:srgbClr val="287897"/>
                        </a:solidFill>
                        <a:latin typeface="Comfortaa" pitchFamily="2" charset="0"/>
                        <a:ea typeface="+mj-ea"/>
                        <a:cs typeface="+mj-cs"/>
                      </a:rPr>
                      <a:t>id</a:t>
                    </a:r>
                    <a:r>
                      <a:rPr lang="en-US" sz="4800" b="1" baseline="-25000" dirty="0" err="1">
                        <a:solidFill>
                          <a:srgbClr val="287897"/>
                        </a:solidFill>
                        <a:latin typeface="Comfortaa" pitchFamily="2" charset="0"/>
                        <a:ea typeface="+mj-ea"/>
                        <a:cs typeface="+mj-cs"/>
                      </a:rPr>
                      <a:t>A</a:t>
                    </a:r>
                    <a:endParaRPr lang="en-US" baseline="-25000" dirty="0">
                      <a:solidFill>
                        <a:srgbClr val="287897"/>
                      </a:solidFill>
                    </a:endParaRPr>
                  </a:p>
                </p:txBody>
              </p:sp>
              <p:cxnSp>
                <p:nvCxnSpPr>
                  <p:cNvPr id="27" name="Elbow Connector 7">
                    <a:extLst>
                      <a:ext uri="{FF2B5EF4-FFF2-40B4-BE49-F238E27FC236}">
                        <a16:creationId xmlns:a16="http://schemas.microsoft.com/office/drawing/2014/main" id="{9BCA7B42-C53C-6A40-A2EB-EDB8CD873DBF}"/>
                      </a:ext>
                    </a:extLst>
                  </p:cNvPr>
                  <p:cNvCxnSpPr>
                    <a:cxnSpLocks/>
                    <a:stCxn id="25" idx="3"/>
                    <a:endCxn id="25" idx="1"/>
                  </p:cNvCxnSpPr>
                  <p:nvPr/>
                </p:nvCxnSpPr>
                <p:spPr>
                  <a:xfrm rot="5400000" flipH="1">
                    <a:off x="6246404" y="3429000"/>
                    <a:ext cx="646578" cy="12700"/>
                  </a:xfrm>
                  <a:prstGeom prst="curvedConnector5">
                    <a:avLst>
                      <a:gd name="adj1" fmla="val -35355"/>
                      <a:gd name="adj2" fmla="val 7945583"/>
                      <a:gd name="adj3" fmla="val 135355"/>
                    </a:avLst>
                  </a:prstGeom>
                  <a:solidFill>
                    <a:srgbClr val="287897"/>
                  </a:solidFill>
                  <a:ln w="57150">
                    <a:solidFill>
                      <a:srgbClr val="287897"/>
                    </a:solidFill>
                    <a:headEnd type="none" w="med" len="med"/>
                    <a:tailEnd type="triangl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D89C448D-6FE8-1E4C-A477-FBDABA53E804}"/>
                    </a:ext>
                  </a:extLst>
                </p:cNvPr>
                <p:cNvSpPr/>
                <p:nvPr/>
              </p:nvSpPr>
              <p:spPr>
                <a:xfrm>
                  <a:off x="6013898" y="4653033"/>
                  <a:ext cx="914400" cy="914400"/>
                </a:xfrm>
                <a:prstGeom prst="ellipse">
                  <a:avLst/>
                </a:prstGeom>
                <a:solidFill>
                  <a:srgbClr val="287897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C5B4FE4-EC64-B041-9291-A917A922132B}"/>
                    </a:ext>
                  </a:extLst>
                </p:cNvPr>
                <p:cNvSpPr/>
                <p:nvPr/>
              </p:nvSpPr>
              <p:spPr>
                <a:xfrm>
                  <a:off x="7858849" y="4694734"/>
                  <a:ext cx="1091966" cy="83099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4800" b="1" dirty="0" err="1">
                      <a:solidFill>
                        <a:srgbClr val="287897"/>
                      </a:solidFill>
                      <a:latin typeface="Comfortaa" pitchFamily="2" charset="0"/>
                      <a:ea typeface="+mj-ea"/>
                      <a:cs typeface="+mj-cs"/>
                    </a:rPr>
                    <a:t>id</a:t>
                  </a:r>
                  <a:r>
                    <a:rPr lang="en-US" sz="4800" b="1" baseline="-25000" dirty="0" err="1">
                      <a:solidFill>
                        <a:srgbClr val="287897"/>
                      </a:solidFill>
                      <a:latin typeface="Comfortaa" pitchFamily="2" charset="0"/>
                      <a:ea typeface="+mj-ea"/>
                      <a:cs typeface="+mj-cs"/>
                    </a:rPr>
                    <a:t>B</a:t>
                  </a:r>
                  <a:endParaRPr lang="en-US" baseline="-25000" dirty="0">
                    <a:solidFill>
                      <a:srgbClr val="287897"/>
                    </a:solidFill>
                  </a:endParaRPr>
                </a:p>
              </p:txBody>
            </p:sp>
            <p:cxnSp>
              <p:nvCxnSpPr>
                <p:cNvPr id="24" name="Elbow Connector 7">
                  <a:extLst>
                    <a:ext uri="{FF2B5EF4-FFF2-40B4-BE49-F238E27FC236}">
                      <a16:creationId xmlns:a16="http://schemas.microsoft.com/office/drawing/2014/main" id="{E350F895-F081-764B-9ABD-8A224D25AAB9}"/>
                    </a:ext>
                  </a:extLst>
                </p:cNvPr>
                <p:cNvCxnSpPr>
                  <a:cxnSpLocks/>
                  <a:stCxn id="22" idx="5"/>
                  <a:endCxn id="22" idx="7"/>
                </p:cNvCxnSpPr>
                <p:nvPr/>
              </p:nvCxnSpPr>
              <p:spPr>
                <a:xfrm rot="5400000" flipH="1">
                  <a:off x="6471098" y="5110233"/>
                  <a:ext cx="646578" cy="12700"/>
                </a:xfrm>
                <a:prstGeom prst="curvedConnector5">
                  <a:avLst>
                    <a:gd name="adj1" fmla="val -35355"/>
                    <a:gd name="adj2" fmla="val -7774150"/>
                    <a:gd name="adj3" fmla="val 135355"/>
                  </a:avLst>
                </a:prstGeom>
                <a:solidFill>
                  <a:srgbClr val="287897"/>
                </a:solidFill>
                <a:ln w="57150">
                  <a:solidFill>
                    <a:srgbClr val="287897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031E0AD-B86C-6643-85CB-7B31ACEE83D5}"/>
                    </a:ext>
                  </a:extLst>
                </p:cNvPr>
                <p:cNvSpPr/>
                <p:nvPr/>
              </p:nvSpPr>
              <p:spPr>
                <a:xfrm>
                  <a:off x="1844161" y="4074447"/>
                  <a:ext cx="7277843" cy="2150057"/>
                </a:xfrm>
                <a:prstGeom prst="rect">
                  <a:avLst/>
                </a:prstGeom>
                <a:noFill/>
                <a:ln w="57150">
                  <a:solidFill>
                    <a:srgbClr val="28789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7" name="Elbow Connector 7">
                  <a:extLst>
                    <a:ext uri="{FF2B5EF4-FFF2-40B4-BE49-F238E27FC236}">
                      <a16:creationId xmlns:a16="http://schemas.microsoft.com/office/drawing/2014/main" id="{2F888B74-825B-A54A-A781-DABBDC2EB9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5536863" y="4749691"/>
                  <a:ext cx="12700" cy="646578"/>
                </a:xfrm>
                <a:prstGeom prst="straightConnector1">
                  <a:avLst/>
                </a:prstGeom>
                <a:solidFill>
                  <a:srgbClr val="287897"/>
                </a:solidFill>
                <a:ln w="57150">
                  <a:solidFill>
                    <a:srgbClr val="287897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90F68322-7CC9-E148-B058-6323A1D0418B}"/>
                    </a:ext>
                  </a:extLst>
                </p:cNvPr>
                <p:cNvSpPr/>
                <p:nvPr/>
              </p:nvSpPr>
              <p:spPr>
                <a:xfrm>
                  <a:off x="5315409" y="4500906"/>
                  <a:ext cx="335348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3200" b="1" i="1" dirty="0">
                      <a:solidFill>
                        <a:srgbClr val="287897"/>
                      </a:solidFill>
                      <a:latin typeface="Comfortaa" pitchFamily="2" charset="0"/>
                    </a:rPr>
                    <a:t>f</a:t>
                  </a:r>
                  <a:endParaRPr lang="en-US" sz="1100" i="1" dirty="0"/>
                </a:p>
              </p:txBody>
            </p:sp>
          </p:grp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BD80F11-D263-1B42-8B5D-4A8A9BC8CC77}"/>
                </a:ext>
              </a:extLst>
            </p:cNvPr>
            <p:cNvGrpSpPr/>
            <p:nvPr/>
          </p:nvGrpSpPr>
          <p:grpSpPr>
            <a:xfrm>
              <a:off x="3238271" y="1679555"/>
              <a:ext cx="5715457" cy="1651591"/>
              <a:chOff x="3407229" y="1556657"/>
              <a:chExt cx="5715457" cy="1651591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B031342-0EE7-AF44-9A68-95CE0AAF0269}"/>
                  </a:ext>
                </a:extLst>
              </p:cNvPr>
              <p:cNvSpPr txBox="1"/>
              <p:nvPr/>
            </p:nvSpPr>
            <p:spPr>
              <a:xfrm>
                <a:off x="6985562" y="1966953"/>
                <a:ext cx="213712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800" b="1" dirty="0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Disc(1)</a:t>
                </a:r>
                <a:endParaRPr lang="en-US" sz="4800" b="1" u="sng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endParaRP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6D6E9AD-2345-AD45-8BDD-5B02939358E7}"/>
                  </a:ext>
                </a:extLst>
              </p:cNvPr>
              <p:cNvGrpSpPr/>
              <p:nvPr/>
            </p:nvGrpSpPr>
            <p:grpSpPr>
              <a:xfrm>
                <a:off x="3407229" y="1556657"/>
                <a:ext cx="3450772" cy="1651591"/>
                <a:chOff x="4112056" y="2617600"/>
                <a:chExt cx="3450772" cy="1651591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D772E495-1995-834C-B063-D11AE73A7D1A}"/>
                    </a:ext>
                  </a:extLst>
                </p:cNvPr>
                <p:cNvGrpSpPr/>
                <p:nvPr/>
              </p:nvGrpSpPr>
              <p:grpSpPr>
                <a:xfrm>
                  <a:off x="4362848" y="2971800"/>
                  <a:ext cx="2987334" cy="914400"/>
                  <a:chOff x="4362848" y="2971800"/>
                  <a:chExt cx="2987334" cy="914400"/>
                </a:xfrm>
              </p:grpSpPr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436814CB-3D56-194C-AA8C-44AF57A77901}"/>
                      </a:ext>
                    </a:extLst>
                  </p:cNvPr>
                  <p:cNvSpPr/>
                  <p:nvPr/>
                </p:nvSpPr>
                <p:spPr>
                  <a:xfrm>
                    <a:off x="6435782" y="2971800"/>
                    <a:ext cx="914400" cy="914400"/>
                  </a:xfrm>
                  <a:prstGeom prst="ellipse">
                    <a:avLst/>
                  </a:prstGeom>
                  <a:solidFill>
                    <a:srgbClr val="287897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903B4793-CFE7-2546-A6AE-C90813B31A90}"/>
                      </a:ext>
                    </a:extLst>
                  </p:cNvPr>
                  <p:cNvSpPr/>
                  <p:nvPr/>
                </p:nvSpPr>
                <p:spPr>
                  <a:xfrm>
                    <a:off x="4362848" y="3013501"/>
                    <a:ext cx="1091966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4800" b="1" dirty="0" err="1">
                        <a:solidFill>
                          <a:srgbClr val="287897"/>
                        </a:solidFill>
                        <a:latin typeface="Comfortaa" pitchFamily="2" charset="0"/>
                        <a:ea typeface="+mj-ea"/>
                        <a:cs typeface="+mj-cs"/>
                      </a:rPr>
                      <a:t>id</a:t>
                    </a:r>
                    <a:r>
                      <a:rPr lang="en-US" sz="4800" b="1" baseline="-25000" dirty="0" err="1">
                        <a:solidFill>
                          <a:srgbClr val="287897"/>
                        </a:solidFill>
                        <a:latin typeface="Comfortaa" pitchFamily="2" charset="0"/>
                        <a:ea typeface="+mj-ea"/>
                        <a:cs typeface="+mj-cs"/>
                      </a:rPr>
                      <a:t>A</a:t>
                    </a:r>
                    <a:endParaRPr lang="en-US" baseline="-25000" dirty="0">
                      <a:solidFill>
                        <a:srgbClr val="287897"/>
                      </a:solidFill>
                    </a:endParaRPr>
                  </a:p>
                </p:txBody>
              </p:sp>
              <p:cxnSp>
                <p:nvCxnSpPr>
                  <p:cNvPr id="47" name="Elbow Connector 7">
                    <a:extLst>
                      <a:ext uri="{FF2B5EF4-FFF2-40B4-BE49-F238E27FC236}">
                        <a16:creationId xmlns:a16="http://schemas.microsoft.com/office/drawing/2014/main" id="{6CAE503A-A642-7B44-992D-BC106638FC2E}"/>
                      </a:ext>
                    </a:extLst>
                  </p:cNvPr>
                  <p:cNvCxnSpPr>
                    <a:cxnSpLocks/>
                    <a:stCxn id="45" idx="3"/>
                    <a:endCxn id="45" idx="1"/>
                  </p:cNvCxnSpPr>
                  <p:nvPr/>
                </p:nvCxnSpPr>
                <p:spPr>
                  <a:xfrm rot="5400000" flipH="1">
                    <a:off x="6246404" y="3429000"/>
                    <a:ext cx="646578" cy="12700"/>
                  </a:xfrm>
                  <a:prstGeom prst="curvedConnector5">
                    <a:avLst>
                      <a:gd name="adj1" fmla="val -35355"/>
                      <a:gd name="adj2" fmla="val 7945583"/>
                      <a:gd name="adj3" fmla="val 135355"/>
                    </a:avLst>
                  </a:prstGeom>
                  <a:solidFill>
                    <a:srgbClr val="287897"/>
                  </a:solidFill>
                  <a:ln w="57150">
                    <a:solidFill>
                      <a:srgbClr val="287897"/>
                    </a:solidFill>
                    <a:headEnd type="none" w="med" len="med"/>
                    <a:tailEnd type="triangl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B7273BE7-DE68-DA4B-A372-28D418A8208E}"/>
                    </a:ext>
                  </a:extLst>
                </p:cNvPr>
                <p:cNvSpPr/>
                <p:nvPr/>
              </p:nvSpPr>
              <p:spPr>
                <a:xfrm>
                  <a:off x="4112056" y="2617600"/>
                  <a:ext cx="3450772" cy="1651591"/>
                </a:xfrm>
                <a:prstGeom prst="rect">
                  <a:avLst/>
                </a:prstGeom>
                <a:noFill/>
                <a:ln w="57150">
                  <a:solidFill>
                    <a:srgbClr val="28789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3B1BF58-6A37-9B4F-BD0F-BCABA1654362}"/>
                </a:ext>
              </a:extLst>
            </p:cNvPr>
            <p:cNvSpPr/>
            <p:nvPr/>
          </p:nvSpPr>
          <p:spPr>
            <a:xfrm>
              <a:off x="4296335" y="3323737"/>
              <a:ext cx="569387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800" b="1" i="1" dirty="0">
                  <a:solidFill>
                    <a:srgbClr val="287897"/>
                  </a:solidFill>
                  <a:latin typeface="Comfortaa" pitchFamily="2" charset="0"/>
                </a:rPr>
                <a:t>F</a:t>
              </a:r>
              <a:endParaRPr lang="en-US" i="1" dirty="0"/>
            </a:p>
          </p:txBody>
        </p:sp>
        <p:cxnSp>
          <p:nvCxnSpPr>
            <p:cNvPr id="52" name="Elbow Connector 7">
              <a:extLst>
                <a:ext uri="{FF2B5EF4-FFF2-40B4-BE49-F238E27FC236}">
                  <a16:creationId xmlns:a16="http://schemas.microsoft.com/office/drawing/2014/main" id="{9C2543F8-4BBE-7A4C-9A9A-FB81EF9C248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029519" y="3393873"/>
              <a:ext cx="12700" cy="646578"/>
            </a:xfrm>
            <a:prstGeom prst="straightConnector1">
              <a:avLst/>
            </a:prstGeom>
            <a:solidFill>
              <a:srgbClr val="287897"/>
            </a:solidFill>
            <a:ln w="57150">
              <a:solidFill>
                <a:srgbClr val="287897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1517930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the pattern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C66FCD6-F13B-1346-8375-9F27879D641A}"/>
              </a:ext>
            </a:extLst>
          </p:cNvPr>
          <p:cNvGrpSpPr/>
          <p:nvPr/>
        </p:nvGrpSpPr>
        <p:grpSpPr>
          <a:xfrm>
            <a:off x="1308696" y="2017986"/>
            <a:ext cx="7995710" cy="4206518"/>
            <a:chOff x="1308696" y="1180021"/>
            <a:chExt cx="9588507" cy="504448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96CDC68-A0AC-0948-8CAA-B81E4A10B5AD}"/>
                </a:ext>
              </a:extLst>
            </p:cNvPr>
            <p:cNvSpPr txBox="1"/>
            <p:nvPr/>
          </p:nvSpPr>
          <p:spPr>
            <a:xfrm>
              <a:off x="8802286" y="4682592"/>
              <a:ext cx="1924639" cy="7750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Arrow</a:t>
              </a:r>
              <a:endParaRPr lang="en-US" sz="3600" b="1" u="sng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60C5A0A-7710-0E44-B738-B180618659F6}"/>
                </a:ext>
              </a:extLst>
            </p:cNvPr>
            <p:cNvSpPr/>
            <p:nvPr/>
          </p:nvSpPr>
          <p:spPr>
            <a:xfrm>
              <a:off x="3646974" y="4654875"/>
              <a:ext cx="914400" cy="914400"/>
            </a:xfrm>
            <a:prstGeom prst="ellipse">
              <a:avLst/>
            </a:prstGeom>
            <a:solidFill>
              <a:srgbClr val="2878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A5B3139-72A6-EF4C-9773-29694AFA4D26}"/>
                </a:ext>
              </a:extLst>
            </p:cNvPr>
            <p:cNvSpPr/>
            <p:nvPr/>
          </p:nvSpPr>
          <p:spPr>
            <a:xfrm>
              <a:off x="1574040" y="4696576"/>
              <a:ext cx="1036521" cy="775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id</a:t>
              </a:r>
              <a:r>
                <a:rPr lang="en-US" sz="3600" b="1" baseline="-25000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A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cxnSp>
          <p:nvCxnSpPr>
            <p:cNvPr id="27" name="Elbow Connector 7">
              <a:extLst>
                <a:ext uri="{FF2B5EF4-FFF2-40B4-BE49-F238E27FC236}">
                  <a16:creationId xmlns:a16="http://schemas.microsoft.com/office/drawing/2014/main" id="{9BCA7B42-C53C-6A40-A2EB-EDB8CD873DBF}"/>
                </a:ext>
              </a:extLst>
            </p:cNvPr>
            <p:cNvCxnSpPr>
              <a:cxnSpLocks/>
              <a:stCxn id="25" idx="3"/>
              <a:endCxn id="25" idx="1"/>
            </p:cNvCxnSpPr>
            <p:nvPr/>
          </p:nvCxnSpPr>
          <p:spPr>
            <a:xfrm rot="5400000" flipH="1">
              <a:off x="3457596" y="5112075"/>
              <a:ext cx="646578" cy="12700"/>
            </a:xfrm>
            <a:prstGeom prst="curvedConnector5">
              <a:avLst>
                <a:gd name="adj1" fmla="val -35355"/>
                <a:gd name="adj2" fmla="val 7945583"/>
                <a:gd name="adj3" fmla="val 135355"/>
              </a:avLst>
            </a:prstGeom>
            <a:solidFill>
              <a:srgbClr val="287897"/>
            </a:solidFill>
            <a:ln w="57150">
              <a:solidFill>
                <a:srgbClr val="287897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89C448D-6FE8-1E4C-A477-FBDABA53E804}"/>
                </a:ext>
              </a:extLst>
            </p:cNvPr>
            <p:cNvSpPr/>
            <p:nvPr/>
          </p:nvSpPr>
          <p:spPr>
            <a:xfrm>
              <a:off x="5478433" y="4653033"/>
              <a:ext cx="914400" cy="914400"/>
            </a:xfrm>
            <a:prstGeom prst="ellipse">
              <a:avLst/>
            </a:prstGeom>
            <a:solidFill>
              <a:srgbClr val="2878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C5B4FE4-EC64-B041-9291-A917A922132B}"/>
                </a:ext>
              </a:extLst>
            </p:cNvPr>
            <p:cNvSpPr/>
            <p:nvPr/>
          </p:nvSpPr>
          <p:spPr>
            <a:xfrm>
              <a:off x="7323384" y="4694734"/>
              <a:ext cx="1044210" cy="775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id</a:t>
              </a:r>
              <a:r>
                <a:rPr lang="en-US" sz="3600" b="1" baseline="-25000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B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cxnSp>
          <p:nvCxnSpPr>
            <p:cNvPr id="24" name="Elbow Connector 7">
              <a:extLst>
                <a:ext uri="{FF2B5EF4-FFF2-40B4-BE49-F238E27FC236}">
                  <a16:creationId xmlns:a16="http://schemas.microsoft.com/office/drawing/2014/main" id="{E350F895-F081-764B-9ABD-8A224D25AAB9}"/>
                </a:ext>
              </a:extLst>
            </p:cNvPr>
            <p:cNvCxnSpPr>
              <a:cxnSpLocks/>
              <a:stCxn id="22" idx="5"/>
              <a:endCxn id="22" idx="7"/>
            </p:cNvCxnSpPr>
            <p:nvPr/>
          </p:nvCxnSpPr>
          <p:spPr>
            <a:xfrm rot="5400000" flipH="1">
              <a:off x="5935633" y="5110233"/>
              <a:ext cx="646578" cy="12700"/>
            </a:xfrm>
            <a:prstGeom prst="curvedConnector5">
              <a:avLst>
                <a:gd name="adj1" fmla="val -35355"/>
                <a:gd name="adj2" fmla="val -7774150"/>
                <a:gd name="adj3" fmla="val 135355"/>
              </a:avLst>
            </a:prstGeom>
            <a:solidFill>
              <a:srgbClr val="287897"/>
            </a:solidFill>
            <a:ln w="57150">
              <a:solidFill>
                <a:srgbClr val="287897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031E0AD-B86C-6643-85CB-7B31ACEE83D5}"/>
                </a:ext>
              </a:extLst>
            </p:cNvPr>
            <p:cNvSpPr/>
            <p:nvPr/>
          </p:nvSpPr>
          <p:spPr>
            <a:xfrm>
              <a:off x="1308696" y="4074447"/>
              <a:ext cx="7277843" cy="2150057"/>
            </a:xfrm>
            <a:prstGeom prst="rect">
              <a:avLst/>
            </a:prstGeom>
            <a:noFill/>
            <a:ln w="57150">
              <a:solidFill>
                <a:srgbClr val="2878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37" name="Elbow Connector 7">
              <a:extLst>
                <a:ext uri="{FF2B5EF4-FFF2-40B4-BE49-F238E27FC236}">
                  <a16:creationId xmlns:a16="http://schemas.microsoft.com/office/drawing/2014/main" id="{2F888B74-825B-A54A-A781-DABBDC2EB90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01398" y="4749691"/>
              <a:ext cx="12700" cy="646578"/>
            </a:xfrm>
            <a:prstGeom prst="straightConnector1">
              <a:avLst/>
            </a:prstGeom>
            <a:solidFill>
              <a:srgbClr val="287897"/>
            </a:solidFill>
            <a:ln w="57150">
              <a:solidFill>
                <a:srgbClr val="287897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0F68322-7CC9-E148-B058-6323A1D0418B}"/>
                </a:ext>
              </a:extLst>
            </p:cNvPr>
            <p:cNvSpPr/>
            <p:nvPr/>
          </p:nvSpPr>
          <p:spPr>
            <a:xfrm>
              <a:off x="4779944" y="4500906"/>
              <a:ext cx="334871" cy="4798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i="1" dirty="0">
                  <a:solidFill>
                    <a:srgbClr val="287897"/>
                  </a:solidFill>
                  <a:latin typeface="Comfortaa" pitchFamily="2" charset="0"/>
                </a:rPr>
                <a:t>f</a:t>
              </a:r>
              <a:endParaRPr lang="en-US" sz="900" i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B031342-0EE7-AF44-9A68-95CE0AAF0269}"/>
                </a:ext>
              </a:extLst>
            </p:cNvPr>
            <p:cNvSpPr txBox="1"/>
            <p:nvPr/>
          </p:nvSpPr>
          <p:spPr>
            <a:xfrm>
              <a:off x="8813011" y="1800308"/>
              <a:ext cx="2084192" cy="7750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Disc(2)</a:t>
              </a:r>
              <a:endParaRPr lang="en-US" sz="3600" b="1" u="sng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3B1BF58-6A37-9B4F-BD0F-BCABA1654362}"/>
                </a:ext>
              </a:extLst>
            </p:cNvPr>
            <p:cNvSpPr/>
            <p:nvPr/>
          </p:nvSpPr>
          <p:spPr>
            <a:xfrm>
              <a:off x="4174298" y="3323737"/>
              <a:ext cx="652055" cy="775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i="1" dirty="0">
                  <a:solidFill>
                    <a:srgbClr val="287897"/>
                  </a:solidFill>
                  <a:latin typeface="Comfortaa" pitchFamily="2" charset="0"/>
                </a:rPr>
                <a:t>G</a:t>
              </a:r>
              <a:endParaRPr lang="en-US" sz="1200" i="1" dirty="0"/>
            </a:p>
          </p:txBody>
        </p:sp>
        <p:cxnSp>
          <p:nvCxnSpPr>
            <p:cNvPr id="52" name="Elbow Connector 7">
              <a:extLst>
                <a:ext uri="{FF2B5EF4-FFF2-40B4-BE49-F238E27FC236}">
                  <a16:creationId xmlns:a16="http://schemas.microsoft.com/office/drawing/2014/main" id="{9C2543F8-4BBE-7A4C-9A9A-FB81EF9C248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029519" y="3393873"/>
              <a:ext cx="12700" cy="646578"/>
            </a:xfrm>
            <a:prstGeom prst="straightConnector1">
              <a:avLst/>
            </a:prstGeom>
            <a:solidFill>
              <a:srgbClr val="287897"/>
            </a:solidFill>
            <a:ln w="57150">
              <a:solidFill>
                <a:srgbClr val="287897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B14073D-F05A-9E40-A5E8-2C391B42C50A}"/>
                </a:ext>
              </a:extLst>
            </p:cNvPr>
            <p:cNvSpPr/>
            <p:nvPr/>
          </p:nvSpPr>
          <p:spPr>
            <a:xfrm>
              <a:off x="3728874" y="1760449"/>
              <a:ext cx="914400" cy="914400"/>
            </a:xfrm>
            <a:prstGeom prst="ellipse">
              <a:avLst/>
            </a:prstGeom>
            <a:solidFill>
              <a:srgbClr val="2878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0FD0605-7C22-3648-9C07-5E9767483A16}"/>
                </a:ext>
              </a:extLst>
            </p:cNvPr>
            <p:cNvSpPr/>
            <p:nvPr/>
          </p:nvSpPr>
          <p:spPr>
            <a:xfrm>
              <a:off x="1655939" y="1802150"/>
              <a:ext cx="1036521" cy="775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id</a:t>
              </a:r>
              <a:r>
                <a:rPr lang="en-US" sz="3600" b="1" baseline="-25000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A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cxnSp>
          <p:nvCxnSpPr>
            <p:cNvPr id="32" name="Elbow Connector 7">
              <a:extLst>
                <a:ext uri="{FF2B5EF4-FFF2-40B4-BE49-F238E27FC236}">
                  <a16:creationId xmlns:a16="http://schemas.microsoft.com/office/drawing/2014/main" id="{052D50E8-3443-CD46-A4CF-6E46653804EC}"/>
                </a:ext>
              </a:extLst>
            </p:cNvPr>
            <p:cNvCxnSpPr>
              <a:cxnSpLocks/>
              <a:stCxn id="28" idx="3"/>
              <a:endCxn id="28" idx="1"/>
            </p:cNvCxnSpPr>
            <p:nvPr/>
          </p:nvCxnSpPr>
          <p:spPr>
            <a:xfrm rot="5400000" flipH="1">
              <a:off x="3539496" y="2217649"/>
              <a:ext cx="646578" cy="12700"/>
            </a:xfrm>
            <a:prstGeom prst="curvedConnector5">
              <a:avLst>
                <a:gd name="adj1" fmla="val -35355"/>
                <a:gd name="adj2" fmla="val 7945583"/>
                <a:gd name="adj3" fmla="val 135355"/>
              </a:avLst>
            </a:prstGeom>
            <a:solidFill>
              <a:srgbClr val="287897"/>
            </a:solidFill>
            <a:ln w="57150">
              <a:solidFill>
                <a:srgbClr val="287897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32D189D-AD35-EA47-A2F9-497139B71570}"/>
                </a:ext>
              </a:extLst>
            </p:cNvPr>
            <p:cNvSpPr/>
            <p:nvPr/>
          </p:nvSpPr>
          <p:spPr>
            <a:xfrm>
              <a:off x="5560333" y="1758607"/>
              <a:ext cx="914400" cy="914400"/>
            </a:xfrm>
            <a:prstGeom prst="ellipse">
              <a:avLst/>
            </a:prstGeom>
            <a:solidFill>
              <a:srgbClr val="2878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55A1DB7-2FC3-F14D-B20C-5E387AA7D25B}"/>
                </a:ext>
              </a:extLst>
            </p:cNvPr>
            <p:cNvSpPr/>
            <p:nvPr/>
          </p:nvSpPr>
          <p:spPr>
            <a:xfrm>
              <a:off x="7405284" y="1800308"/>
              <a:ext cx="1044210" cy="775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id</a:t>
              </a:r>
              <a:r>
                <a:rPr lang="en-US" sz="3600" b="1" baseline="-25000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B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cxnSp>
          <p:nvCxnSpPr>
            <p:cNvPr id="35" name="Elbow Connector 7">
              <a:extLst>
                <a:ext uri="{FF2B5EF4-FFF2-40B4-BE49-F238E27FC236}">
                  <a16:creationId xmlns:a16="http://schemas.microsoft.com/office/drawing/2014/main" id="{4F1C30DF-84B7-ED4A-B800-EBBF0FE4ACB9}"/>
                </a:ext>
              </a:extLst>
            </p:cNvPr>
            <p:cNvCxnSpPr>
              <a:cxnSpLocks/>
              <a:stCxn id="33" idx="5"/>
              <a:endCxn id="33" idx="7"/>
            </p:cNvCxnSpPr>
            <p:nvPr/>
          </p:nvCxnSpPr>
          <p:spPr>
            <a:xfrm rot="5400000" flipH="1">
              <a:off x="6017533" y="2215807"/>
              <a:ext cx="646578" cy="12700"/>
            </a:xfrm>
            <a:prstGeom prst="curvedConnector5">
              <a:avLst>
                <a:gd name="adj1" fmla="val -35355"/>
                <a:gd name="adj2" fmla="val -7774150"/>
                <a:gd name="adj3" fmla="val 135355"/>
              </a:avLst>
            </a:prstGeom>
            <a:solidFill>
              <a:srgbClr val="287897"/>
            </a:solidFill>
            <a:ln w="57150">
              <a:solidFill>
                <a:srgbClr val="287897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BE064E8-16F3-6C4F-BDEC-3150872C7CBE}"/>
                </a:ext>
              </a:extLst>
            </p:cNvPr>
            <p:cNvSpPr/>
            <p:nvPr/>
          </p:nvSpPr>
          <p:spPr>
            <a:xfrm>
              <a:off x="1390596" y="1180021"/>
              <a:ext cx="7277843" cy="2150057"/>
            </a:xfrm>
            <a:prstGeom prst="rect">
              <a:avLst/>
            </a:prstGeom>
            <a:noFill/>
            <a:ln w="57150">
              <a:solidFill>
                <a:srgbClr val="2878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31081120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the pattern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B1BF58-6A37-9B4F-BD0F-BCABA1654362}"/>
              </a:ext>
            </a:extLst>
          </p:cNvPr>
          <p:cNvSpPr/>
          <p:nvPr/>
        </p:nvSpPr>
        <p:spPr>
          <a:xfrm>
            <a:off x="1692193" y="3647540"/>
            <a:ext cx="4732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i="1" dirty="0">
                <a:solidFill>
                  <a:srgbClr val="287897"/>
                </a:solidFill>
                <a:latin typeface="Comfortaa" pitchFamily="2" charset="0"/>
              </a:rPr>
              <a:t>F</a:t>
            </a:r>
            <a:endParaRPr lang="en-US" sz="1200" i="1" dirty="0"/>
          </a:p>
        </p:txBody>
      </p:sp>
      <p:cxnSp>
        <p:nvCxnSpPr>
          <p:cNvPr id="52" name="Elbow Connector 7">
            <a:extLst>
              <a:ext uri="{FF2B5EF4-FFF2-40B4-BE49-F238E27FC236}">
                <a16:creationId xmlns:a16="http://schemas.microsoft.com/office/drawing/2014/main" id="{9C2543F8-4BBE-7A4C-9A9A-FB81EF9C248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405349" y="3706026"/>
            <a:ext cx="10590" cy="539172"/>
          </a:xfrm>
          <a:prstGeom prst="straightConnector1">
            <a:avLst/>
          </a:prstGeom>
          <a:solidFill>
            <a:srgbClr val="287897"/>
          </a:solidFill>
          <a:ln w="57150">
            <a:solidFill>
              <a:srgbClr val="287897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50594AD9-08EB-3A4E-BCCE-1B29DBF0B720}"/>
              </a:ext>
            </a:extLst>
          </p:cNvPr>
          <p:cNvGrpSpPr/>
          <p:nvPr/>
        </p:nvGrpSpPr>
        <p:grpSpPr>
          <a:xfrm>
            <a:off x="1376991" y="2316694"/>
            <a:ext cx="3092923" cy="1112306"/>
            <a:chOff x="1376991" y="2316694"/>
            <a:chExt cx="3092923" cy="1112306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B031342-0EE7-AF44-9A68-95CE0AAF0269}"/>
                </a:ext>
              </a:extLst>
            </p:cNvPr>
            <p:cNvSpPr txBox="1"/>
            <p:nvPr/>
          </p:nvSpPr>
          <p:spPr>
            <a:xfrm>
              <a:off x="3323446" y="2549681"/>
              <a:ext cx="11464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Pair</a:t>
              </a:r>
              <a:endParaRPr lang="en-US" sz="3600" b="1" u="sng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0FD0605-7C22-3648-9C07-5E9767483A16}"/>
                </a:ext>
              </a:extLst>
            </p:cNvPr>
            <p:cNvSpPr/>
            <p:nvPr/>
          </p:nvSpPr>
          <p:spPr>
            <a:xfrm>
              <a:off x="1598257" y="2536770"/>
              <a:ext cx="36580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1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55A1DB7-2FC3-F14D-B20C-5E387AA7D25B}"/>
                </a:ext>
              </a:extLst>
            </p:cNvPr>
            <p:cNvSpPr/>
            <p:nvPr/>
          </p:nvSpPr>
          <p:spPr>
            <a:xfrm>
              <a:off x="2394301" y="2535234"/>
              <a:ext cx="45557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2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BE064E8-16F3-6C4F-BDEC-3150872C7CBE}"/>
                </a:ext>
              </a:extLst>
            </p:cNvPr>
            <p:cNvSpPr/>
            <p:nvPr/>
          </p:nvSpPr>
          <p:spPr>
            <a:xfrm>
              <a:off x="1376991" y="2316694"/>
              <a:ext cx="1737976" cy="1112306"/>
            </a:xfrm>
            <a:prstGeom prst="rect">
              <a:avLst/>
            </a:prstGeom>
            <a:noFill/>
            <a:ln w="57150">
              <a:solidFill>
                <a:srgbClr val="2878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1E9B2C9-6DF5-E14B-B13E-15CC143401AA}"/>
              </a:ext>
            </a:extLst>
          </p:cNvPr>
          <p:cNvGrpSpPr/>
          <p:nvPr/>
        </p:nvGrpSpPr>
        <p:grpSpPr>
          <a:xfrm>
            <a:off x="1376991" y="4563848"/>
            <a:ext cx="3224369" cy="1112306"/>
            <a:chOff x="1376991" y="3647540"/>
            <a:chExt cx="3224369" cy="111230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BE27CE1-F4FE-6C46-A328-AFA44F74CC11}"/>
                </a:ext>
              </a:extLst>
            </p:cNvPr>
            <p:cNvSpPr txBox="1"/>
            <p:nvPr/>
          </p:nvSpPr>
          <p:spPr>
            <a:xfrm>
              <a:off x="3323446" y="3880527"/>
              <a:ext cx="127791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Bool</a:t>
              </a:r>
              <a:endParaRPr lang="en-US" sz="3600" b="1" u="sng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3952E4C-AF24-7048-B1BD-452E4060B192}"/>
                </a:ext>
              </a:extLst>
            </p:cNvPr>
            <p:cNvSpPr/>
            <p:nvPr/>
          </p:nvSpPr>
          <p:spPr>
            <a:xfrm>
              <a:off x="1598257" y="3867616"/>
              <a:ext cx="48923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T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8BE6121-ADD7-B84D-823A-461DAC1FD3EE}"/>
                </a:ext>
              </a:extLst>
            </p:cNvPr>
            <p:cNvSpPr/>
            <p:nvPr/>
          </p:nvSpPr>
          <p:spPr>
            <a:xfrm>
              <a:off x="2394301" y="3866080"/>
              <a:ext cx="47320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F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08F1185-5035-C440-B654-39A2845338B7}"/>
                </a:ext>
              </a:extLst>
            </p:cNvPr>
            <p:cNvSpPr/>
            <p:nvPr/>
          </p:nvSpPr>
          <p:spPr>
            <a:xfrm>
              <a:off x="1376991" y="3647540"/>
              <a:ext cx="1737976" cy="1112306"/>
            </a:xfrm>
            <a:prstGeom prst="rect">
              <a:avLst/>
            </a:prstGeom>
            <a:noFill/>
            <a:ln w="57150">
              <a:solidFill>
                <a:srgbClr val="2878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42436818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F4A9B79-3884-BC4D-AB4B-B67B593720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979338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C88B35DF-A803-9C45-83A8-11ED12DB7E08}"/>
              </a:ext>
            </a:extLst>
          </p:cNvPr>
          <p:cNvSpPr/>
          <p:nvPr/>
        </p:nvSpPr>
        <p:spPr>
          <a:xfrm>
            <a:off x="5029200" y="2974848"/>
            <a:ext cx="2133600" cy="2133600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spcFirstLastPara="0" vert="horz" wrap="square" lIns="140970" tIns="140970" rIns="140970" bIns="140970" numCol="1" spcCol="1270" anchor="ctr" anchorCtr="0">
            <a:no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14526799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CF4810C-26B9-E041-9EFF-637CC3763D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496080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3391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</TotalTime>
  <Words>719</Words>
  <Application>Microsoft Macintosh PowerPoint</Application>
  <PresentationFormat>Widescreen</PresentationFormat>
  <Paragraphs>224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3270-MEDIUM</vt:lpstr>
      <vt:lpstr>Arial</vt:lpstr>
      <vt:lpstr>Calibri</vt:lpstr>
      <vt:lpstr>Cambria Math</vt:lpstr>
      <vt:lpstr>Comfortaa</vt:lpstr>
      <vt:lpstr>Office Theme</vt:lpstr>
      <vt:lpstr>PowerPoint Presentation</vt:lpstr>
      <vt:lpstr>In the beginning…</vt:lpstr>
      <vt:lpstr>PowerPoint Presentation</vt:lpstr>
      <vt:lpstr>then there was some thing…</vt:lpstr>
      <vt:lpstr>We need to give it an identity</vt:lpstr>
      <vt:lpstr>This is a relation</vt:lpstr>
      <vt:lpstr>Arrows connect objects</vt:lpstr>
      <vt:lpstr>Equivalent Notation</vt:lpstr>
      <vt:lpstr>A category is a context</vt:lpstr>
      <vt:lpstr>A category has a name (or two)</vt:lpstr>
      <vt:lpstr>Categories represent shapes</vt:lpstr>
      <vt:lpstr>Categories represent meaning</vt:lpstr>
      <vt:lpstr>Categories represent patterns</vt:lpstr>
      <vt:lpstr>… and then there were two objects</vt:lpstr>
      <vt:lpstr>… and then there were two objects</vt:lpstr>
      <vt:lpstr>… and a new category</vt:lpstr>
      <vt:lpstr>… and a new arrow</vt:lpstr>
      <vt:lpstr>… and a new arrow</vt:lpstr>
      <vt:lpstr>Arrows compose</vt:lpstr>
      <vt:lpstr>Relations Between Categories</vt:lpstr>
      <vt:lpstr>Match the pattern</vt:lpstr>
      <vt:lpstr>Functors are like lenses</vt:lpstr>
      <vt:lpstr>Functors are like lenses</vt:lpstr>
      <vt:lpstr>This functor is like choice</vt:lpstr>
      <vt:lpstr>This functor is like choice</vt:lpstr>
      <vt:lpstr>This functor is like pair</vt:lpstr>
      <vt:lpstr>This functor is like pair</vt:lpstr>
      <vt:lpstr>Sameness is isomorphism</vt:lpstr>
      <vt:lpstr>Sameness is isomorphism</vt:lpstr>
      <vt:lpstr>Sameness is isomorphism</vt:lpstr>
      <vt:lpstr>Functors compose</vt:lpstr>
      <vt:lpstr>Functors can be objects, too</vt:lpstr>
      <vt:lpstr>Natural transformation models polymorphism</vt:lpstr>
      <vt:lpstr>What’s the point?</vt:lpstr>
      <vt:lpstr>Next up</vt:lpstr>
      <vt:lpstr>Match the pattern</vt:lpstr>
      <vt:lpstr>Match the pattern</vt:lpstr>
      <vt:lpstr>Match the pattern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Category Theory</dc:title>
  <dc:creator>Donald Thompson</dc:creator>
  <cp:lastModifiedBy>Donald Thompson</cp:lastModifiedBy>
  <cp:revision>24</cp:revision>
  <dcterms:created xsi:type="dcterms:W3CDTF">2020-10-20T10:48:36Z</dcterms:created>
  <dcterms:modified xsi:type="dcterms:W3CDTF">2020-10-20T16:10:46Z</dcterms:modified>
</cp:coreProperties>
</file>