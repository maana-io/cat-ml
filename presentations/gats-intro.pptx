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312" r:id="rId2"/>
    <p:sldId id="301" r:id="rId3"/>
    <p:sldId id="297" r:id="rId4"/>
    <p:sldId id="319" r:id="rId5"/>
    <p:sldId id="310" r:id="rId6"/>
    <p:sldId id="315" r:id="rId7"/>
    <p:sldId id="314" r:id="rId8"/>
    <p:sldId id="302" r:id="rId9"/>
    <p:sldId id="316" r:id="rId10"/>
    <p:sldId id="303" r:id="rId11"/>
    <p:sldId id="317" r:id="rId12"/>
    <p:sldId id="304" r:id="rId13"/>
    <p:sldId id="318" r:id="rId14"/>
    <p:sldId id="305" r:id="rId15"/>
    <p:sldId id="307" r:id="rId16"/>
    <p:sldId id="308" r:id="rId17"/>
    <p:sldId id="309" r:id="rId18"/>
    <p:sldId id="311" r:id="rId19"/>
    <p:sldId id="258" r:id="rId20"/>
    <p:sldId id="298" r:id="rId21"/>
    <p:sldId id="259" r:id="rId22"/>
    <p:sldId id="299" r:id="rId23"/>
    <p:sldId id="300" r:id="rId24"/>
    <p:sldId id="284" r:id="rId25"/>
    <p:sldId id="285" r:id="rId26"/>
    <p:sldId id="291" r:id="rId27"/>
    <p:sldId id="280" r:id="rId28"/>
    <p:sldId id="286" r:id="rId29"/>
    <p:sldId id="28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F48812-B3B1-3841-8886-52AE252184F3}">
          <p14:sldIdLst>
            <p14:sldId id="312"/>
            <p14:sldId id="301"/>
            <p14:sldId id="297"/>
            <p14:sldId id="319"/>
            <p14:sldId id="310"/>
            <p14:sldId id="315"/>
            <p14:sldId id="314"/>
            <p14:sldId id="302"/>
            <p14:sldId id="316"/>
            <p14:sldId id="303"/>
            <p14:sldId id="317"/>
            <p14:sldId id="304"/>
            <p14:sldId id="318"/>
            <p14:sldId id="305"/>
            <p14:sldId id="307"/>
            <p14:sldId id="308"/>
            <p14:sldId id="309"/>
            <p14:sldId id="311"/>
            <p14:sldId id="258"/>
            <p14:sldId id="298"/>
            <p14:sldId id="259"/>
            <p14:sldId id="299"/>
            <p14:sldId id="300"/>
          </p14:sldIdLst>
        </p14:section>
        <p14:section name="Untitled Section" id="{6F57EDC9-54F1-8649-AD91-29C18F69C61D}">
          <p14:sldIdLst>
            <p14:sldId id="284"/>
            <p14:sldId id="285"/>
            <p14:sldId id="291"/>
            <p14:sldId id="280"/>
            <p14:sldId id="286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004A"/>
    <a:srgbClr val="262E2E"/>
    <a:srgbClr val="FF7E1C"/>
    <a:srgbClr val="1E2424"/>
    <a:srgbClr val="161A1A"/>
    <a:srgbClr val="24598E"/>
    <a:srgbClr val="287897"/>
    <a:srgbClr val="287896"/>
    <a:srgbClr val="1F7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7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C20C91-A250-EA40-927B-7478A1DE19FC}" type="doc">
      <dgm:prSet loTypeId="urn:microsoft.com/office/officeart/2005/8/layout/hierarchy4" loCatId="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E259AAFA-47B3-E845-91C1-CB5541F16BE0}">
      <dgm:prSet phldrT="[Text]"/>
      <dgm:spPr>
        <a:gradFill flip="none" rotWithShape="1">
          <a:gsLst>
            <a:gs pos="0">
              <a:srgbClr val="FF7E1C"/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>
              <a:latin typeface="Comfortaa" pitchFamily="2" charset="0"/>
            </a:rPr>
            <a:t>Operational Domain Models</a:t>
          </a:r>
        </a:p>
      </dgm:t>
    </dgm:pt>
    <dgm:pt modelId="{E6F74968-5B37-3D4C-8449-436115446EAB}" type="parTrans" cxnId="{BA48A9E7-F78D-AF47-9D88-E3E609DFAEC6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3FA0515B-0369-AB44-96C8-3F50177F4F4B}" type="sibTrans" cxnId="{BA48A9E7-F78D-AF47-9D88-E3E609DFAEC6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620B910D-1DB7-B446-A501-2BB1A75BE6E2}">
      <dgm:prSet phldrT="[Text]"/>
      <dgm:spPr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>
              <a:latin typeface="Comfortaa" pitchFamily="2" charset="0"/>
            </a:rPr>
            <a:t>Algebraic Computing</a:t>
          </a:r>
        </a:p>
      </dgm:t>
    </dgm:pt>
    <dgm:pt modelId="{AD6CB5D1-562C-414E-87B0-D869F4D5E00A}" type="parTrans" cxnId="{B0EB3F07-9545-5B43-A7AE-C441E2F2BEA6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C7E1170A-0C4F-F741-A8DC-357D902B5600}" type="sibTrans" cxnId="{B0EB3F07-9545-5B43-A7AE-C441E2F2BEA6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1511C3A7-7AE3-E44E-934D-BA86B7C3D081}">
      <dgm:prSet phldrT="[Text]"/>
      <dgm:sp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>
              <a:latin typeface="Comfortaa" pitchFamily="2" charset="0"/>
            </a:rPr>
            <a:t>MBSE</a:t>
          </a:r>
        </a:p>
      </dgm:t>
    </dgm:pt>
    <dgm:pt modelId="{92ACB6F4-9D68-6D45-A2C7-9160992FC819}" type="parTrans" cxnId="{B2197A83-4971-A14F-845F-F5766D12871A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F9BA77DC-12E2-954A-8D4B-0371F00F35B6}" type="sibTrans" cxnId="{B2197A83-4971-A14F-845F-F5766D12871A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62B9B8AB-63AB-A44E-9774-6C58BEED5E9E}">
      <dgm:prSet phldrT="[Text]"/>
      <dgm:spPr>
        <a:gradFill flip="none" rotWithShape="0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 err="1">
              <a:latin typeface="Comfortaa" pitchFamily="2" charset="0"/>
            </a:rPr>
            <a:t>CatML</a:t>
          </a:r>
          <a:endParaRPr lang="en-US" dirty="0">
            <a:latin typeface="Comfortaa" pitchFamily="2" charset="0"/>
          </a:endParaRPr>
        </a:p>
      </dgm:t>
    </dgm:pt>
    <dgm:pt modelId="{54658640-3645-D147-8343-D045472A03F8}" type="parTrans" cxnId="{8BE52373-482C-924C-A027-D19FF742B69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34C4E990-FA7A-514B-A932-E50F39A0987A}" type="sibTrans" cxnId="{8BE52373-482C-924C-A027-D19FF742B69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2BC54243-A1D0-AF4E-8AA7-5F31EE929C1E}">
      <dgm:prSet phldrT="[Text]" custT="1"/>
      <dgm:spPr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GATs</a:t>
          </a:r>
        </a:p>
      </dgm:t>
    </dgm:pt>
    <dgm:pt modelId="{203EA515-FA15-EB48-A129-B7AF023D8B5A}" type="parTrans" cxnId="{ED36CE8B-E443-5446-8FE3-CDD3F490333C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8C0CBBDE-DA88-8D41-A372-CD13B146E83A}" type="sibTrans" cxnId="{ED36CE8B-E443-5446-8FE3-CDD3F490333C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F3DB23FA-4C85-B247-844F-D2A426FE4B0B}">
      <dgm:prSet phldrT="[Text]" custT="1"/>
      <dgm:spPr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Syntaxes</a:t>
          </a:r>
        </a:p>
      </dgm:t>
    </dgm:pt>
    <dgm:pt modelId="{82570845-E333-FD40-8E8B-BF47A7915B4A}" type="parTrans" cxnId="{72560F6A-C211-5248-8ACF-8ED5C29A8777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4C3AF9F0-EF66-2847-BD9B-E736AAE8957D}" type="sibTrans" cxnId="{72560F6A-C211-5248-8ACF-8ED5C29A8777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E8029C3D-3204-D042-8954-368BC200B6AD}">
      <dgm:prSet phldrT="[Text]" custT="1"/>
      <dgm:spPr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Implementation</a:t>
          </a:r>
        </a:p>
      </dgm:t>
    </dgm:pt>
    <dgm:pt modelId="{8B976B22-5EAA-D04B-A3EE-1896B664434C}" type="parTrans" cxnId="{04215C8C-6C14-5149-8969-AB512D3AE23C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05AF509D-7508-B04D-8320-E24D1A29FE25}" type="sibTrans" cxnId="{04215C8C-6C14-5149-8969-AB512D3AE23C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CF19BF1E-4D67-E141-88FF-C5C9F1C44698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Lambdas</a:t>
          </a:r>
        </a:p>
      </dgm:t>
    </dgm:pt>
    <dgm:pt modelId="{0371C149-5041-1F4F-B7C3-A4738EF3E959}" type="parTrans" cxnId="{68AD300F-CB63-A14B-96C5-ADAB1180700E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0C53B909-6482-A043-B67E-1FBA71DEACEE}" type="sibTrans" cxnId="{68AD300F-CB63-A14B-96C5-ADAB1180700E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D6FC5D84-B6F4-BA4A-BEA0-978E30E5535A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Notations</a:t>
          </a:r>
        </a:p>
      </dgm:t>
    </dgm:pt>
    <dgm:pt modelId="{379E9F68-2AB5-5147-93F5-6B90FE527AE8}" type="parTrans" cxnId="{17D2A909-47D9-BF49-933A-4096C373D4CB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D9ABDB04-0648-5E44-A97B-08C01298A136}" type="sibTrans" cxnId="{17D2A909-47D9-BF49-933A-4096C373D4CB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7CD55E68-3EA7-5346-A5FD-EE5AD07F8864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Diagrams</a:t>
          </a:r>
        </a:p>
      </dgm:t>
    </dgm:pt>
    <dgm:pt modelId="{2CB308EB-2B2E-DE47-9DB3-8BCD51F3D7FE}" type="parTrans" cxnId="{E25F8AB3-D2DE-A742-A20B-C0C1A65C453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0ABC3037-2B4D-1843-97CA-3ADB1D4C2572}" type="sibTrans" cxnId="{E25F8AB3-D2DE-A742-A20B-C0C1A65C453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9776AEDE-6489-E84B-810C-A32C51362F24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EDSLs</a:t>
          </a:r>
        </a:p>
      </dgm:t>
    </dgm:pt>
    <dgm:pt modelId="{EB5E6AFE-D41F-6040-99CD-638F06551AC3}" type="parTrans" cxnId="{0F23D28A-87BA-DC4A-B7AA-FF46D1550538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EFA4A4DA-786C-7745-969A-0885EA459F0E}" type="sibTrans" cxnId="{0F23D28A-87BA-DC4A-B7AA-FF46D1550538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E41C9FD5-3B68-4C4B-AE85-142973C0037E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Notebooks</a:t>
          </a:r>
        </a:p>
      </dgm:t>
    </dgm:pt>
    <dgm:pt modelId="{A935ABD7-1DCD-A74A-96ED-5BB9B1A62ADA}" type="parTrans" cxnId="{55BCDDB3-918C-DC40-BAB6-9CC69BFADC0D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941D3ABC-6243-3C44-9B89-1FD531A7F5C1}" type="sibTrans" cxnId="{55BCDDB3-918C-DC40-BAB6-9CC69BFADC0D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D76F1465-BEA0-CA45-B6F2-35437E4BA118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Function</a:t>
          </a:r>
          <a:r>
            <a:rPr lang="en-US" sz="1400" kern="1200" dirty="0">
              <a:latin typeface="Comfortaa" pitchFamily="2" charset="0"/>
            </a:rPr>
            <a:t> </a:t>
          </a: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Graphs</a:t>
          </a:r>
        </a:p>
      </dgm:t>
    </dgm:pt>
    <dgm:pt modelId="{3EA1837B-C563-4241-95E9-43131673F2CA}" type="parTrans" cxnId="{C9D21BF1-C87D-E943-BD99-7B9E708DA0A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8572AF48-F0FC-2347-A0D3-030A7CF38042}" type="sibTrans" cxnId="{C9D21BF1-C87D-E943-BD99-7B9E708DA0AF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41B070DF-4293-0F4B-B337-F87B16B39908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Services</a:t>
          </a:r>
        </a:p>
      </dgm:t>
    </dgm:pt>
    <dgm:pt modelId="{21A152B4-32C1-7040-BB11-A45C790530F0}" type="parTrans" cxnId="{72D90454-C0C0-5649-BB85-0E468CA459E7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798C5AEB-E3D4-154D-AC61-1E8357C31B45}" type="sibTrans" cxnId="{72D90454-C0C0-5649-BB85-0E468CA459E7}">
      <dgm:prSet/>
      <dgm:spPr/>
      <dgm:t>
        <a:bodyPr/>
        <a:lstStyle/>
        <a:p>
          <a:endParaRPr lang="en-US">
            <a:latin typeface="Comfortaa" pitchFamily="2" charset="0"/>
          </a:endParaRPr>
        </a:p>
      </dgm:t>
    </dgm:pt>
    <dgm:pt modelId="{DAE5B034-4A0E-224C-B5D5-C31294D6971A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Theories</a:t>
          </a:r>
        </a:p>
      </dgm:t>
    </dgm:pt>
    <dgm:pt modelId="{1C8453C9-4899-654C-942F-F34EB8307C12}" type="parTrans" cxnId="{B9E2D2AC-FB34-CA4C-B179-8FFC261DC05C}">
      <dgm:prSet/>
      <dgm:spPr/>
      <dgm:t>
        <a:bodyPr/>
        <a:lstStyle/>
        <a:p>
          <a:endParaRPr lang="en-US"/>
        </a:p>
      </dgm:t>
    </dgm:pt>
    <dgm:pt modelId="{20C92CC4-60FA-E642-8DF3-128C5AE80BA5}" type="sibTrans" cxnId="{B9E2D2AC-FB34-CA4C-B179-8FFC261DC05C}">
      <dgm:prSet/>
      <dgm:spPr/>
      <dgm:t>
        <a:bodyPr/>
        <a:lstStyle/>
        <a:p>
          <a:endParaRPr lang="en-US"/>
        </a:p>
      </dgm:t>
    </dgm:pt>
    <dgm:pt modelId="{C87BC000-4ECD-174D-A398-49F0BFCBD606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Meta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Models</a:t>
          </a:r>
        </a:p>
      </dgm:t>
    </dgm:pt>
    <dgm:pt modelId="{F76C5326-6507-0245-9AF0-72D5047AB75C}" type="parTrans" cxnId="{EA006F35-0FB6-B948-87D5-AB766CC41164}">
      <dgm:prSet/>
      <dgm:spPr/>
      <dgm:t>
        <a:bodyPr/>
        <a:lstStyle/>
        <a:p>
          <a:endParaRPr lang="en-US"/>
        </a:p>
      </dgm:t>
    </dgm:pt>
    <dgm:pt modelId="{E2AA72FD-0FC9-D44B-A138-8D553419A068}" type="sibTrans" cxnId="{EA006F35-0FB6-B948-87D5-AB766CC41164}">
      <dgm:prSet/>
      <dgm:spPr/>
      <dgm:t>
        <a:bodyPr/>
        <a:lstStyle/>
        <a:p>
          <a:endParaRPr lang="en-US"/>
        </a:p>
      </dgm:t>
    </dgm:pt>
    <dgm:pt modelId="{CF29BF5A-8AF1-394C-8C1E-A1BCE28BEA3D}">
      <dgm:prSet phldrT="[Text]" custT="1"/>
      <dgm:spPr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41910" tIns="41910" rIns="41910" bIns="41910" numCol="1" spcCol="1270" anchor="ctr" anchorCtr="0"/>
        <a:lstStyle/>
        <a:p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Models</a:t>
          </a:r>
        </a:p>
      </dgm:t>
    </dgm:pt>
    <dgm:pt modelId="{BFA0FC60-C5D1-8F4E-B848-62F48FE508AF}" type="parTrans" cxnId="{94398852-6A25-BC46-AA46-72300DBC6459}">
      <dgm:prSet/>
      <dgm:spPr/>
      <dgm:t>
        <a:bodyPr/>
        <a:lstStyle/>
        <a:p>
          <a:endParaRPr lang="en-US"/>
        </a:p>
      </dgm:t>
    </dgm:pt>
    <dgm:pt modelId="{0B412309-9401-1B40-9648-FF56BE6DF923}" type="sibTrans" cxnId="{94398852-6A25-BC46-AA46-72300DBC6459}">
      <dgm:prSet/>
      <dgm:spPr/>
      <dgm:t>
        <a:bodyPr/>
        <a:lstStyle/>
        <a:p>
          <a:endParaRPr lang="en-US"/>
        </a:p>
      </dgm:t>
    </dgm:pt>
    <dgm:pt modelId="{211DB7E7-1B4E-F548-A55B-8CD099AB0426}" type="pres">
      <dgm:prSet presAssocID="{F6C20C91-A250-EA40-927B-7478A1DE19F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66FE7DE-8536-5649-AF31-8342F987B15F}" type="pres">
      <dgm:prSet presAssocID="{E259AAFA-47B3-E845-91C1-CB5541F16BE0}" presName="vertOne" presStyleCnt="0"/>
      <dgm:spPr/>
    </dgm:pt>
    <dgm:pt modelId="{50122404-9043-5343-8B7E-CE4DAA17B8DA}" type="pres">
      <dgm:prSet presAssocID="{E259AAFA-47B3-E845-91C1-CB5541F16BE0}" presName="txOne" presStyleLbl="node0" presStyleIdx="0" presStyleCnt="1">
        <dgm:presLayoutVars>
          <dgm:chPref val="3"/>
        </dgm:presLayoutVars>
      </dgm:prSet>
      <dgm:spPr/>
    </dgm:pt>
    <dgm:pt modelId="{1A3C4FF8-CBF7-4E43-A960-F831712BD220}" type="pres">
      <dgm:prSet presAssocID="{E259AAFA-47B3-E845-91C1-CB5541F16BE0}" presName="parTransOne" presStyleCnt="0"/>
      <dgm:spPr/>
    </dgm:pt>
    <dgm:pt modelId="{0CE3323B-FEC7-C74F-BD1D-E8FDDE0B9F0E}" type="pres">
      <dgm:prSet presAssocID="{E259AAFA-47B3-E845-91C1-CB5541F16BE0}" presName="horzOne" presStyleCnt="0"/>
      <dgm:spPr/>
    </dgm:pt>
    <dgm:pt modelId="{E8E7A6CD-EC8F-2B4D-A302-C26B98878CD4}" type="pres">
      <dgm:prSet presAssocID="{1511C3A7-7AE3-E44E-934D-BA86B7C3D081}" presName="vertTwo" presStyleCnt="0"/>
      <dgm:spPr/>
    </dgm:pt>
    <dgm:pt modelId="{FA4EDECC-87D6-0848-B75C-E1BAC0BD3BEE}" type="pres">
      <dgm:prSet presAssocID="{1511C3A7-7AE3-E44E-934D-BA86B7C3D081}" presName="txTwo" presStyleLbl="node2" presStyleIdx="0" presStyleCnt="1">
        <dgm:presLayoutVars>
          <dgm:chPref val="3"/>
        </dgm:presLayoutVars>
      </dgm:prSet>
      <dgm:spPr/>
    </dgm:pt>
    <dgm:pt modelId="{77C3DDDE-4274-A344-849B-0E42395DF0AA}" type="pres">
      <dgm:prSet presAssocID="{1511C3A7-7AE3-E44E-934D-BA86B7C3D081}" presName="parTransTwo" presStyleCnt="0"/>
      <dgm:spPr/>
    </dgm:pt>
    <dgm:pt modelId="{07D59346-D607-7C4F-9880-3178C332469C}" type="pres">
      <dgm:prSet presAssocID="{1511C3A7-7AE3-E44E-934D-BA86B7C3D081}" presName="horzTwo" presStyleCnt="0"/>
      <dgm:spPr/>
    </dgm:pt>
    <dgm:pt modelId="{EBE9D578-2F56-C847-AFC3-8A10852A84EA}" type="pres">
      <dgm:prSet presAssocID="{62B9B8AB-63AB-A44E-9774-6C58BEED5E9E}" presName="vertThree" presStyleCnt="0"/>
      <dgm:spPr/>
    </dgm:pt>
    <dgm:pt modelId="{E9A69E59-4CCD-4C4B-8AD5-5F8233BFB132}" type="pres">
      <dgm:prSet presAssocID="{62B9B8AB-63AB-A44E-9774-6C58BEED5E9E}" presName="txThree" presStyleLbl="node3" presStyleIdx="0" presStyleCnt="1">
        <dgm:presLayoutVars>
          <dgm:chPref val="3"/>
        </dgm:presLayoutVars>
      </dgm:prSet>
      <dgm:spPr/>
    </dgm:pt>
    <dgm:pt modelId="{8420CEED-04E1-BF42-88A3-1DBE0EA5B504}" type="pres">
      <dgm:prSet presAssocID="{62B9B8AB-63AB-A44E-9774-6C58BEED5E9E}" presName="parTransThree" presStyleCnt="0"/>
      <dgm:spPr/>
    </dgm:pt>
    <dgm:pt modelId="{CA73B50E-D4B3-B64C-8387-D0445C4F3E16}" type="pres">
      <dgm:prSet presAssocID="{62B9B8AB-63AB-A44E-9774-6C58BEED5E9E}" presName="horzThree" presStyleCnt="0"/>
      <dgm:spPr/>
    </dgm:pt>
    <dgm:pt modelId="{86F4C4A6-CFE9-5342-8739-D8E74BF49114}" type="pres">
      <dgm:prSet presAssocID="{620B910D-1DB7-B446-A501-2BB1A75BE6E2}" presName="vertFour" presStyleCnt="0">
        <dgm:presLayoutVars>
          <dgm:chPref val="3"/>
        </dgm:presLayoutVars>
      </dgm:prSet>
      <dgm:spPr/>
    </dgm:pt>
    <dgm:pt modelId="{B3BAAD14-6CD3-1F4D-99B6-3709B19A5977}" type="pres">
      <dgm:prSet presAssocID="{620B910D-1DB7-B446-A501-2BB1A75BE6E2}" presName="txFour" presStyleLbl="node4" presStyleIdx="0" presStyleCnt="14">
        <dgm:presLayoutVars>
          <dgm:chPref val="3"/>
        </dgm:presLayoutVars>
      </dgm:prSet>
      <dgm:spPr/>
    </dgm:pt>
    <dgm:pt modelId="{C3EF1B53-4F2C-524D-8EBA-2D9A5D3B82B9}" type="pres">
      <dgm:prSet presAssocID="{620B910D-1DB7-B446-A501-2BB1A75BE6E2}" presName="parTransFour" presStyleCnt="0"/>
      <dgm:spPr/>
    </dgm:pt>
    <dgm:pt modelId="{EF63E4D5-D7C8-9146-AD1D-17F47D96BEA5}" type="pres">
      <dgm:prSet presAssocID="{620B910D-1DB7-B446-A501-2BB1A75BE6E2}" presName="horzFour" presStyleCnt="0"/>
      <dgm:spPr/>
    </dgm:pt>
    <dgm:pt modelId="{E25572F0-A5B3-6647-BAB9-4F8F1D39C9EC}" type="pres">
      <dgm:prSet presAssocID="{2BC54243-A1D0-AF4E-8AA7-5F31EE929C1E}" presName="vertFour" presStyleCnt="0">
        <dgm:presLayoutVars>
          <dgm:chPref val="3"/>
        </dgm:presLayoutVars>
      </dgm:prSet>
      <dgm:spPr/>
    </dgm:pt>
    <dgm:pt modelId="{CD4B9C5C-DB68-7846-A351-9CBE451C3329}" type="pres">
      <dgm:prSet presAssocID="{2BC54243-A1D0-AF4E-8AA7-5F31EE929C1E}" presName="txFour" presStyleLbl="node4" presStyleIdx="1" presStyleCnt="14">
        <dgm:presLayoutVars>
          <dgm:chPref val="3"/>
        </dgm:presLayoutVars>
      </dgm:prSet>
      <dgm:spPr>
        <a:xfrm>
          <a:off x="28" y="3672342"/>
          <a:ext cx="3172178" cy="826822"/>
        </a:xfrm>
        <a:prstGeom prst="roundRect">
          <a:avLst>
            <a:gd name="adj" fmla="val 10000"/>
          </a:avLst>
        </a:prstGeom>
      </dgm:spPr>
    </dgm:pt>
    <dgm:pt modelId="{3E7EED21-35E3-FF4B-AB35-6C5CBA5B55DE}" type="pres">
      <dgm:prSet presAssocID="{2BC54243-A1D0-AF4E-8AA7-5F31EE929C1E}" presName="parTransFour" presStyleCnt="0"/>
      <dgm:spPr/>
    </dgm:pt>
    <dgm:pt modelId="{91A3001F-222C-5840-A6CD-36BF77441E85}" type="pres">
      <dgm:prSet presAssocID="{2BC54243-A1D0-AF4E-8AA7-5F31EE929C1E}" presName="horzFour" presStyleCnt="0"/>
      <dgm:spPr/>
    </dgm:pt>
    <dgm:pt modelId="{F9A99654-ECEC-904D-935B-64B1F7DC8013}" type="pres">
      <dgm:prSet presAssocID="{DAE5B034-4A0E-224C-B5D5-C31294D6971A}" presName="vertFour" presStyleCnt="0">
        <dgm:presLayoutVars>
          <dgm:chPref val="3"/>
        </dgm:presLayoutVars>
      </dgm:prSet>
      <dgm:spPr/>
    </dgm:pt>
    <dgm:pt modelId="{C84B7433-2F3C-C24C-AAEA-376C8270B64E}" type="pres">
      <dgm:prSet presAssocID="{DAE5B034-4A0E-224C-B5D5-C31294D6971A}" presName="txFour" presStyleLbl="node4" presStyleIdx="2" presStyleCnt="14">
        <dgm:presLayoutVars>
          <dgm:chPref val="3"/>
        </dgm:presLayoutVars>
      </dgm:prSet>
      <dgm:spPr>
        <a:xfrm>
          <a:off x="28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9B8E8795-1151-5C49-8608-37AC100758FE}" type="pres">
      <dgm:prSet presAssocID="{DAE5B034-4A0E-224C-B5D5-C31294D6971A}" presName="horzFour" presStyleCnt="0"/>
      <dgm:spPr/>
    </dgm:pt>
    <dgm:pt modelId="{D68D4B18-104B-C54F-B397-92FF6A36E794}" type="pres">
      <dgm:prSet presAssocID="{20C92CC4-60FA-E642-8DF3-128C5AE80BA5}" presName="sibSpaceFour" presStyleCnt="0"/>
      <dgm:spPr/>
    </dgm:pt>
    <dgm:pt modelId="{5B4CAB8B-5116-9648-A66F-BF17E9DD920D}" type="pres">
      <dgm:prSet presAssocID="{C87BC000-4ECD-174D-A398-49F0BFCBD606}" presName="vertFour" presStyleCnt="0">
        <dgm:presLayoutVars>
          <dgm:chPref val="3"/>
        </dgm:presLayoutVars>
      </dgm:prSet>
      <dgm:spPr/>
    </dgm:pt>
    <dgm:pt modelId="{C68BCD08-7A2D-3C4C-848B-E880A6134277}" type="pres">
      <dgm:prSet presAssocID="{C87BC000-4ECD-174D-A398-49F0BFCBD606}" presName="txFour" presStyleLbl="node4" presStyleIdx="3" presStyleCnt="14">
        <dgm:presLayoutVars>
          <dgm:chPref val="3"/>
        </dgm:presLayoutVars>
      </dgm:prSet>
      <dgm:spPr>
        <a:xfrm>
          <a:off x="1064720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C4AE18AB-F85B-8749-A12B-46119F986A2A}" type="pres">
      <dgm:prSet presAssocID="{C87BC000-4ECD-174D-A398-49F0BFCBD606}" presName="horzFour" presStyleCnt="0"/>
      <dgm:spPr/>
    </dgm:pt>
    <dgm:pt modelId="{1F8D56D5-4A26-F04C-A3CC-9F120AFBD059}" type="pres">
      <dgm:prSet presAssocID="{E2AA72FD-0FC9-D44B-A138-8D553419A068}" presName="sibSpaceFour" presStyleCnt="0"/>
      <dgm:spPr/>
    </dgm:pt>
    <dgm:pt modelId="{72BC1984-977B-7241-9549-BC8681729761}" type="pres">
      <dgm:prSet presAssocID="{CF29BF5A-8AF1-394C-8C1E-A1BCE28BEA3D}" presName="vertFour" presStyleCnt="0">
        <dgm:presLayoutVars>
          <dgm:chPref val="3"/>
        </dgm:presLayoutVars>
      </dgm:prSet>
      <dgm:spPr/>
    </dgm:pt>
    <dgm:pt modelId="{35AF544E-52F2-1A4B-8589-EBF28762710F}" type="pres">
      <dgm:prSet presAssocID="{CF29BF5A-8AF1-394C-8C1E-A1BCE28BEA3D}" presName="txFour" presStyleLbl="node4" presStyleIdx="4" presStyleCnt="14">
        <dgm:presLayoutVars>
          <dgm:chPref val="3"/>
        </dgm:presLayoutVars>
      </dgm:prSet>
      <dgm:spPr>
        <a:xfrm>
          <a:off x="2129413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375E5878-8319-2E4B-AC3D-552355323911}" type="pres">
      <dgm:prSet presAssocID="{CF29BF5A-8AF1-394C-8C1E-A1BCE28BEA3D}" presName="horzFour" presStyleCnt="0"/>
      <dgm:spPr/>
    </dgm:pt>
    <dgm:pt modelId="{EE36DC09-90FA-C04E-B55F-40DABF21A8CB}" type="pres">
      <dgm:prSet presAssocID="{8C0CBBDE-DA88-8D41-A372-CD13B146E83A}" presName="sibSpaceFour" presStyleCnt="0"/>
      <dgm:spPr/>
    </dgm:pt>
    <dgm:pt modelId="{CC6BF1FB-B16C-8545-B02A-D01614480AF5}" type="pres">
      <dgm:prSet presAssocID="{F3DB23FA-4C85-B247-844F-D2A426FE4B0B}" presName="vertFour" presStyleCnt="0">
        <dgm:presLayoutVars>
          <dgm:chPref val="3"/>
        </dgm:presLayoutVars>
      </dgm:prSet>
      <dgm:spPr/>
    </dgm:pt>
    <dgm:pt modelId="{DDC25A61-BF72-E64B-87B7-1E38DEB82BA1}" type="pres">
      <dgm:prSet presAssocID="{F3DB23FA-4C85-B247-844F-D2A426FE4B0B}" presName="txFour" presStyleLbl="node4" presStyleIdx="5" presStyleCnt="14">
        <dgm:presLayoutVars>
          <dgm:chPref val="3"/>
        </dgm:presLayoutVars>
      </dgm:prSet>
      <dgm:spPr>
        <a:xfrm>
          <a:off x="3194105" y="3672342"/>
          <a:ext cx="3172178" cy="826822"/>
        </a:xfrm>
        <a:prstGeom prst="roundRect">
          <a:avLst>
            <a:gd name="adj" fmla="val 10000"/>
          </a:avLst>
        </a:prstGeom>
      </dgm:spPr>
    </dgm:pt>
    <dgm:pt modelId="{1AF143C5-3534-364F-82E1-455C35021721}" type="pres">
      <dgm:prSet presAssocID="{F3DB23FA-4C85-B247-844F-D2A426FE4B0B}" presName="parTransFour" presStyleCnt="0"/>
      <dgm:spPr/>
    </dgm:pt>
    <dgm:pt modelId="{655D0C90-4285-F746-884E-F04985B90967}" type="pres">
      <dgm:prSet presAssocID="{F3DB23FA-4C85-B247-844F-D2A426FE4B0B}" presName="horzFour" presStyleCnt="0"/>
      <dgm:spPr/>
    </dgm:pt>
    <dgm:pt modelId="{C969A01B-3D70-E940-BF55-15C072DE7201}" type="pres">
      <dgm:prSet presAssocID="{D6FC5D84-B6F4-BA4A-BEA0-978E30E5535A}" presName="vertFour" presStyleCnt="0">
        <dgm:presLayoutVars>
          <dgm:chPref val="3"/>
        </dgm:presLayoutVars>
      </dgm:prSet>
      <dgm:spPr/>
    </dgm:pt>
    <dgm:pt modelId="{DF5FCE03-678C-254A-8244-576B461ED360}" type="pres">
      <dgm:prSet presAssocID="{D6FC5D84-B6F4-BA4A-BEA0-978E30E5535A}" presName="txFour" presStyleLbl="node4" presStyleIdx="6" presStyleCnt="14">
        <dgm:presLayoutVars>
          <dgm:chPref val="3"/>
        </dgm:presLayoutVars>
      </dgm:prSet>
      <dgm:spPr>
        <a:xfrm>
          <a:off x="3194105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E35FFFAB-A584-1B4E-901D-BC37857A534E}" type="pres">
      <dgm:prSet presAssocID="{D6FC5D84-B6F4-BA4A-BEA0-978E30E5535A}" presName="horzFour" presStyleCnt="0"/>
      <dgm:spPr/>
    </dgm:pt>
    <dgm:pt modelId="{3CB73A60-C191-1744-80A2-02E3388B29AC}" type="pres">
      <dgm:prSet presAssocID="{D9ABDB04-0648-5E44-A97B-08C01298A136}" presName="sibSpaceFour" presStyleCnt="0"/>
      <dgm:spPr/>
    </dgm:pt>
    <dgm:pt modelId="{93488D10-E950-E240-ACEA-7D808A1C09A7}" type="pres">
      <dgm:prSet presAssocID="{7CD55E68-3EA7-5346-A5FD-EE5AD07F8864}" presName="vertFour" presStyleCnt="0">
        <dgm:presLayoutVars>
          <dgm:chPref val="3"/>
        </dgm:presLayoutVars>
      </dgm:prSet>
      <dgm:spPr/>
    </dgm:pt>
    <dgm:pt modelId="{4062AFFF-85E2-D046-A5E8-B8841671DADB}" type="pres">
      <dgm:prSet presAssocID="{7CD55E68-3EA7-5346-A5FD-EE5AD07F8864}" presName="txFour" presStyleLbl="node4" presStyleIdx="7" presStyleCnt="14">
        <dgm:presLayoutVars>
          <dgm:chPref val="3"/>
        </dgm:presLayoutVars>
      </dgm:prSet>
      <dgm:spPr>
        <a:xfrm>
          <a:off x="4258797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42BB8D1C-B6E4-3546-AE83-D35A5B929727}" type="pres">
      <dgm:prSet presAssocID="{7CD55E68-3EA7-5346-A5FD-EE5AD07F8864}" presName="horzFour" presStyleCnt="0"/>
      <dgm:spPr/>
    </dgm:pt>
    <dgm:pt modelId="{1B20D658-C1FF-8248-9D4A-19F58B2579A9}" type="pres">
      <dgm:prSet presAssocID="{0ABC3037-2B4D-1843-97CA-3ADB1D4C2572}" presName="sibSpaceFour" presStyleCnt="0"/>
      <dgm:spPr/>
    </dgm:pt>
    <dgm:pt modelId="{8F499A44-6FE5-8749-A9CB-CF224D7403D2}" type="pres">
      <dgm:prSet presAssocID="{9776AEDE-6489-E84B-810C-A32C51362F24}" presName="vertFour" presStyleCnt="0">
        <dgm:presLayoutVars>
          <dgm:chPref val="3"/>
        </dgm:presLayoutVars>
      </dgm:prSet>
      <dgm:spPr/>
    </dgm:pt>
    <dgm:pt modelId="{89F9CF55-25DA-964D-8C45-D4FA1A305F70}" type="pres">
      <dgm:prSet presAssocID="{9776AEDE-6489-E84B-810C-A32C51362F24}" presName="txFour" presStyleLbl="node4" presStyleIdx="8" presStyleCnt="14">
        <dgm:presLayoutVars>
          <dgm:chPref val="3"/>
        </dgm:presLayoutVars>
      </dgm:prSet>
      <dgm:spPr>
        <a:xfrm>
          <a:off x="5323489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4D2E65FE-88F4-694D-B907-B89580DF0495}" type="pres">
      <dgm:prSet presAssocID="{9776AEDE-6489-E84B-810C-A32C51362F24}" presName="horzFour" presStyleCnt="0"/>
      <dgm:spPr/>
    </dgm:pt>
    <dgm:pt modelId="{DF14A1FF-FCD9-B74F-A8A2-71585C791368}" type="pres">
      <dgm:prSet presAssocID="{4C3AF9F0-EF66-2847-BD9B-E736AAE8957D}" presName="sibSpaceFour" presStyleCnt="0"/>
      <dgm:spPr/>
    </dgm:pt>
    <dgm:pt modelId="{7162C06B-FB60-8048-9A67-DC58DF1B6478}" type="pres">
      <dgm:prSet presAssocID="{E8029C3D-3204-D042-8954-368BC200B6AD}" presName="vertFour" presStyleCnt="0">
        <dgm:presLayoutVars>
          <dgm:chPref val="3"/>
        </dgm:presLayoutVars>
      </dgm:prSet>
      <dgm:spPr/>
    </dgm:pt>
    <dgm:pt modelId="{5A4CD250-3F8C-EE48-A23F-C4EB38B05826}" type="pres">
      <dgm:prSet presAssocID="{E8029C3D-3204-D042-8954-368BC200B6AD}" presName="txFour" presStyleLbl="node4" presStyleIdx="9" presStyleCnt="14">
        <dgm:presLayoutVars>
          <dgm:chPref val="3"/>
        </dgm:presLayoutVars>
      </dgm:prSet>
      <dgm:spPr>
        <a:xfrm>
          <a:off x="4074470" y="3911944"/>
          <a:ext cx="4051414" cy="720989"/>
        </a:xfrm>
        <a:prstGeom prst="roundRect">
          <a:avLst>
            <a:gd name="adj" fmla="val 10000"/>
          </a:avLst>
        </a:prstGeom>
      </dgm:spPr>
    </dgm:pt>
    <dgm:pt modelId="{AC221C76-2770-E14A-AC73-98D0559BF5F6}" type="pres">
      <dgm:prSet presAssocID="{E8029C3D-3204-D042-8954-368BC200B6AD}" presName="parTransFour" presStyleCnt="0"/>
      <dgm:spPr/>
    </dgm:pt>
    <dgm:pt modelId="{6BCB6C5D-8022-0041-9D68-8F8275D69064}" type="pres">
      <dgm:prSet presAssocID="{E8029C3D-3204-D042-8954-368BC200B6AD}" presName="horzFour" presStyleCnt="0"/>
      <dgm:spPr/>
    </dgm:pt>
    <dgm:pt modelId="{0A66C48F-2138-A844-AA3C-CE8A37ACFB14}" type="pres">
      <dgm:prSet presAssocID="{CF19BF1E-4D67-E141-88FF-C5C9F1C44698}" presName="vertFour" presStyleCnt="0">
        <dgm:presLayoutVars>
          <dgm:chPref val="3"/>
        </dgm:presLayoutVars>
      </dgm:prSet>
      <dgm:spPr/>
    </dgm:pt>
    <dgm:pt modelId="{6FFF63E7-2999-2D4D-AE4E-8D5A452097ED}" type="pres">
      <dgm:prSet presAssocID="{CF19BF1E-4D67-E141-88FF-C5C9F1C44698}" presName="txFour" presStyleLbl="node4" presStyleIdx="10" presStyleCnt="14">
        <dgm:presLayoutVars>
          <dgm:chPref val="3"/>
        </dgm:presLayoutVars>
      </dgm:prSet>
      <dgm:spPr>
        <a:xfrm>
          <a:off x="6388182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77F2B67E-6C87-1A4C-80F1-718DD41C99B5}" type="pres">
      <dgm:prSet presAssocID="{CF19BF1E-4D67-E141-88FF-C5C9F1C44698}" presName="horzFour" presStyleCnt="0"/>
      <dgm:spPr/>
    </dgm:pt>
    <dgm:pt modelId="{836E989D-E98C-824D-B0E1-9227DA8E198D}" type="pres">
      <dgm:prSet presAssocID="{0C53B909-6482-A043-B67E-1FBA71DEACEE}" presName="sibSpaceFour" presStyleCnt="0"/>
      <dgm:spPr/>
    </dgm:pt>
    <dgm:pt modelId="{E0F51997-7442-D243-93D6-BB88AFE36C10}" type="pres">
      <dgm:prSet presAssocID="{E41C9FD5-3B68-4C4B-AE85-142973C0037E}" presName="vertFour" presStyleCnt="0">
        <dgm:presLayoutVars>
          <dgm:chPref val="3"/>
        </dgm:presLayoutVars>
      </dgm:prSet>
      <dgm:spPr/>
    </dgm:pt>
    <dgm:pt modelId="{40815CA2-1E42-ED40-97A8-FC7E4A190301}" type="pres">
      <dgm:prSet presAssocID="{E41C9FD5-3B68-4C4B-AE85-142973C0037E}" presName="txFour" presStyleLbl="node4" presStyleIdx="11" presStyleCnt="14">
        <dgm:presLayoutVars>
          <dgm:chPref val="3"/>
        </dgm:presLayoutVars>
      </dgm:prSet>
      <dgm:spPr>
        <a:xfrm>
          <a:off x="4525618" y="4574619"/>
          <a:ext cx="886023" cy="844020"/>
        </a:xfrm>
        <a:prstGeom prst="roundRect">
          <a:avLst>
            <a:gd name="adj" fmla="val 10000"/>
          </a:avLst>
        </a:prstGeom>
      </dgm:spPr>
    </dgm:pt>
    <dgm:pt modelId="{8BF0D61D-0CD0-974D-8D3F-8EC22EBDB7C2}" type="pres">
      <dgm:prSet presAssocID="{E41C9FD5-3B68-4C4B-AE85-142973C0037E}" presName="horzFour" presStyleCnt="0"/>
      <dgm:spPr/>
    </dgm:pt>
    <dgm:pt modelId="{2F74EB5B-5ADF-4C47-BA88-F0A07ADCA70E}" type="pres">
      <dgm:prSet presAssocID="{941D3ABC-6243-3C44-9B89-1FD531A7F5C1}" presName="sibSpaceFour" presStyleCnt="0"/>
      <dgm:spPr/>
    </dgm:pt>
    <dgm:pt modelId="{C8D28629-89B6-0D41-A9C6-4EC27E54BF6C}" type="pres">
      <dgm:prSet presAssocID="{D76F1465-BEA0-CA45-B6F2-35437E4BA118}" presName="vertFour" presStyleCnt="0">
        <dgm:presLayoutVars>
          <dgm:chPref val="3"/>
        </dgm:presLayoutVars>
      </dgm:prSet>
      <dgm:spPr/>
    </dgm:pt>
    <dgm:pt modelId="{D6F9B091-7293-EE43-B389-9D8941B2A94B}" type="pres">
      <dgm:prSet presAssocID="{D76F1465-BEA0-CA45-B6F2-35437E4BA118}" presName="txFour" presStyleLbl="node4" presStyleIdx="12" presStyleCnt="14">
        <dgm:presLayoutVars>
          <dgm:chPref val="3"/>
        </dgm:presLayoutVars>
      </dgm:prSet>
      <dgm:spPr>
        <a:xfrm>
          <a:off x="8517566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60C67ED6-FF85-9F4D-A76B-8BA20CA19C37}" type="pres">
      <dgm:prSet presAssocID="{D76F1465-BEA0-CA45-B6F2-35437E4BA118}" presName="horzFour" presStyleCnt="0"/>
      <dgm:spPr/>
    </dgm:pt>
    <dgm:pt modelId="{57F46661-8C64-3145-ABC7-3288C6D6248F}" type="pres">
      <dgm:prSet presAssocID="{8572AF48-F0FC-2347-A0D3-030A7CF38042}" presName="sibSpaceFour" presStyleCnt="0"/>
      <dgm:spPr/>
    </dgm:pt>
    <dgm:pt modelId="{DEDC4E45-5124-AE4C-9A11-8301B1215B75}" type="pres">
      <dgm:prSet presAssocID="{41B070DF-4293-0F4B-B337-F87B16B39908}" presName="vertFour" presStyleCnt="0">
        <dgm:presLayoutVars>
          <dgm:chPref val="3"/>
        </dgm:presLayoutVars>
      </dgm:prSet>
      <dgm:spPr/>
    </dgm:pt>
    <dgm:pt modelId="{3DFDB91B-335C-1C4C-81FB-D6F8C75BF934}" type="pres">
      <dgm:prSet presAssocID="{41B070DF-4293-0F4B-B337-F87B16B39908}" presName="txFour" presStyleLbl="node4" presStyleIdx="13" presStyleCnt="14">
        <dgm:presLayoutVars>
          <dgm:chPref val="3"/>
        </dgm:presLayoutVars>
      </dgm:prSet>
      <dgm:spPr>
        <a:xfrm>
          <a:off x="9582258" y="4589955"/>
          <a:ext cx="1042793" cy="826822"/>
        </a:xfrm>
        <a:prstGeom prst="roundRect">
          <a:avLst>
            <a:gd name="adj" fmla="val 10000"/>
          </a:avLst>
        </a:prstGeom>
      </dgm:spPr>
    </dgm:pt>
    <dgm:pt modelId="{67252174-EF82-CE4A-B817-BC107767E247}" type="pres">
      <dgm:prSet presAssocID="{41B070DF-4293-0F4B-B337-F87B16B39908}" presName="horzFour" presStyleCnt="0"/>
      <dgm:spPr/>
    </dgm:pt>
  </dgm:ptLst>
  <dgm:cxnLst>
    <dgm:cxn modelId="{B0EB3F07-9545-5B43-A7AE-C441E2F2BEA6}" srcId="{62B9B8AB-63AB-A44E-9774-6C58BEED5E9E}" destId="{620B910D-1DB7-B446-A501-2BB1A75BE6E2}" srcOrd="0" destOrd="0" parTransId="{AD6CB5D1-562C-414E-87B0-D869F4D5E00A}" sibTransId="{C7E1170A-0C4F-F741-A8DC-357D902B5600}"/>
    <dgm:cxn modelId="{39C59A09-7FAD-7C43-B57F-6CB46D382776}" type="presOf" srcId="{9776AEDE-6489-E84B-810C-A32C51362F24}" destId="{89F9CF55-25DA-964D-8C45-D4FA1A305F70}" srcOrd="0" destOrd="0" presId="urn:microsoft.com/office/officeart/2005/8/layout/hierarchy4"/>
    <dgm:cxn modelId="{17D2A909-47D9-BF49-933A-4096C373D4CB}" srcId="{F3DB23FA-4C85-B247-844F-D2A426FE4B0B}" destId="{D6FC5D84-B6F4-BA4A-BEA0-978E30E5535A}" srcOrd="0" destOrd="0" parTransId="{379E9F68-2AB5-5147-93F5-6B90FE527AE8}" sibTransId="{D9ABDB04-0648-5E44-A97B-08C01298A136}"/>
    <dgm:cxn modelId="{68AD300F-CB63-A14B-96C5-ADAB1180700E}" srcId="{E8029C3D-3204-D042-8954-368BC200B6AD}" destId="{CF19BF1E-4D67-E141-88FF-C5C9F1C44698}" srcOrd="0" destOrd="0" parTransId="{0371C149-5041-1F4F-B7C3-A4738EF3E959}" sibTransId="{0C53B909-6482-A043-B67E-1FBA71DEACEE}"/>
    <dgm:cxn modelId="{8325212E-FB95-E845-9137-512A847F6696}" type="presOf" srcId="{DAE5B034-4A0E-224C-B5D5-C31294D6971A}" destId="{C84B7433-2F3C-C24C-AAEA-376C8270B64E}" srcOrd="0" destOrd="0" presId="urn:microsoft.com/office/officeart/2005/8/layout/hierarchy4"/>
    <dgm:cxn modelId="{EA006F35-0FB6-B948-87D5-AB766CC41164}" srcId="{2BC54243-A1D0-AF4E-8AA7-5F31EE929C1E}" destId="{C87BC000-4ECD-174D-A398-49F0BFCBD606}" srcOrd="1" destOrd="0" parTransId="{F76C5326-6507-0245-9AF0-72D5047AB75C}" sibTransId="{E2AA72FD-0FC9-D44B-A138-8D553419A068}"/>
    <dgm:cxn modelId="{DA75DB3A-BB7D-A341-B005-552619BA7379}" type="presOf" srcId="{D6FC5D84-B6F4-BA4A-BEA0-978E30E5535A}" destId="{DF5FCE03-678C-254A-8244-576B461ED360}" srcOrd="0" destOrd="0" presId="urn:microsoft.com/office/officeart/2005/8/layout/hierarchy4"/>
    <dgm:cxn modelId="{4D809042-2454-BD42-8A6E-4DB012C276D5}" type="presOf" srcId="{41B070DF-4293-0F4B-B337-F87B16B39908}" destId="{3DFDB91B-335C-1C4C-81FB-D6F8C75BF934}" srcOrd="0" destOrd="0" presId="urn:microsoft.com/office/officeart/2005/8/layout/hierarchy4"/>
    <dgm:cxn modelId="{94398852-6A25-BC46-AA46-72300DBC6459}" srcId="{2BC54243-A1D0-AF4E-8AA7-5F31EE929C1E}" destId="{CF29BF5A-8AF1-394C-8C1E-A1BCE28BEA3D}" srcOrd="2" destOrd="0" parTransId="{BFA0FC60-C5D1-8F4E-B848-62F48FE508AF}" sibTransId="{0B412309-9401-1B40-9648-FF56BE6DF923}"/>
    <dgm:cxn modelId="{72D90454-C0C0-5649-BB85-0E468CA459E7}" srcId="{E8029C3D-3204-D042-8954-368BC200B6AD}" destId="{41B070DF-4293-0F4B-B337-F87B16B39908}" srcOrd="3" destOrd="0" parTransId="{21A152B4-32C1-7040-BB11-A45C790530F0}" sibTransId="{798C5AEB-E3D4-154D-AC61-1E8357C31B45}"/>
    <dgm:cxn modelId="{8F9B2755-F318-F947-82BF-504F1D0DD8E4}" type="presOf" srcId="{2BC54243-A1D0-AF4E-8AA7-5F31EE929C1E}" destId="{CD4B9C5C-DB68-7846-A351-9CBE451C3329}" srcOrd="0" destOrd="0" presId="urn:microsoft.com/office/officeart/2005/8/layout/hierarchy4"/>
    <dgm:cxn modelId="{F8D5AF5D-6A05-804A-8637-D19FFD23BD1B}" type="presOf" srcId="{F3DB23FA-4C85-B247-844F-D2A426FE4B0B}" destId="{DDC25A61-BF72-E64B-87B7-1E38DEB82BA1}" srcOrd="0" destOrd="0" presId="urn:microsoft.com/office/officeart/2005/8/layout/hierarchy4"/>
    <dgm:cxn modelId="{2267A566-4C38-D54E-BF41-2FE6AF00EB14}" type="presOf" srcId="{1511C3A7-7AE3-E44E-934D-BA86B7C3D081}" destId="{FA4EDECC-87D6-0848-B75C-E1BAC0BD3BEE}" srcOrd="0" destOrd="0" presId="urn:microsoft.com/office/officeart/2005/8/layout/hierarchy4"/>
    <dgm:cxn modelId="{72560F6A-C211-5248-8ACF-8ED5C29A8777}" srcId="{620B910D-1DB7-B446-A501-2BB1A75BE6E2}" destId="{F3DB23FA-4C85-B247-844F-D2A426FE4B0B}" srcOrd="1" destOrd="0" parTransId="{82570845-E333-FD40-8E8B-BF47A7915B4A}" sibTransId="{4C3AF9F0-EF66-2847-BD9B-E736AAE8957D}"/>
    <dgm:cxn modelId="{7B72F170-53F8-1142-A331-C06B9BDC7265}" type="presOf" srcId="{D76F1465-BEA0-CA45-B6F2-35437E4BA118}" destId="{D6F9B091-7293-EE43-B389-9D8941B2A94B}" srcOrd="0" destOrd="0" presId="urn:microsoft.com/office/officeart/2005/8/layout/hierarchy4"/>
    <dgm:cxn modelId="{39074D71-8851-B344-B54F-462835F64077}" type="presOf" srcId="{C87BC000-4ECD-174D-A398-49F0BFCBD606}" destId="{C68BCD08-7A2D-3C4C-848B-E880A6134277}" srcOrd="0" destOrd="0" presId="urn:microsoft.com/office/officeart/2005/8/layout/hierarchy4"/>
    <dgm:cxn modelId="{8BE52373-482C-924C-A027-D19FF742B69F}" srcId="{1511C3A7-7AE3-E44E-934D-BA86B7C3D081}" destId="{62B9B8AB-63AB-A44E-9774-6C58BEED5E9E}" srcOrd="0" destOrd="0" parTransId="{54658640-3645-D147-8343-D045472A03F8}" sibTransId="{34C4E990-FA7A-514B-A932-E50F39A0987A}"/>
    <dgm:cxn modelId="{848F8A7F-D98A-9942-8A10-FB0AD624FB0C}" type="presOf" srcId="{7CD55E68-3EA7-5346-A5FD-EE5AD07F8864}" destId="{4062AFFF-85E2-D046-A5E8-B8841671DADB}" srcOrd="0" destOrd="0" presId="urn:microsoft.com/office/officeart/2005/8/layout/hierarchy4"/>
    <dgm:cxn modelId="{3BF9D982-98DF-6645-8D18-57AAFFAE599C}" type="presOf" srcId="{620B910D-1DB7-B446-A501-2BB1A75BE6E2}" destId="{B3BAAD14-6CD3-1F4D-99B6-3709B19A5977}" srcOrd="0" destOrd="0" presId="urn:microsoft.com/office/officeart/2005/8/layout/hierarchy4"/>
    <dgm:cxn modelId="{B2197A83-4971-A14F-845F-F5766D12871A}" srcId="{E259AAFA-47B3-E845-91C1-CB5541F16BE0}" destId="{1511C3A7-7AE3-E44E-934D-BA86B7C3D081}" srcOrd="0" destOrd="0" parTransId="{92ACB6F4-9D68-6D45-A2C7-9160992FC819}" sibTransId="{F9BA77DC-12E2-954A-8D4B-0371F00F35B6}"/>
    <dgm:cxn modelId="{0F23D28A-87BA-DC4A-B7AA-FF46D1550538}" srcId="{F3DB23FA-4C85-B247-844F-D2A426FE4B0B}" destId="{9776AEDE-6489-E84B-810C-A32C51362F24}" srcOrd="2" destOrd="0" parTransId="{EB5E6AFE-D41F-6040-99CD-638F06551AC3}" sibTransId="{EFA4A4DA-786C-7745-969A-0885EA459F0E}"/>
    <dgm:cxn modelId="{ED36CE8B-E443-5446-8FE3-CDD3F490333C}" srcId="{620B910D-1DB7-B446-A501-2BB1A75BE6E2}" destId="{2BC54243-A1D0-AF4E-8AA7-5F31EE929C1E}" srcOrd="0" destOrd="0" parTransId="{203EA515-FA15-EB48-A129-B7AF023D8B5A}" sibTransId="{8C0CBBDE-DA88-8D41-A372-CD13B146E83A}"/>
    <dgm:cxn modelId="{04215C8C-6C14-5149-8969-AB512D3AE23C}" srcId="{620B910D-1DB7-B446-A501-2BB1A75BE6E2}" destId="{E8029C3D-3204-D042-8954-368BC200B6AD}" srcOrd="2" destOrd="0" parTransId="{8B976B22-5EAA-D04B-A3EE-1896B664434C}" sibTransId="{05AF509D-7508-B04D-8320-E24D1A29FE25}"/>
    <dgm:cxn modelId="{E85B838F-4F9D-A748-9713-BA606EDF5EE5}" type="presOf" srcId="{F6C20C91-A250-EA40-927B-7478A1DE19FC}" destId="{211DB7E7-1B4E-F548-A55B-8CD099AB0426}" srcOrd="0" destOrd="0" presId="urn:microsoft.com/office/officeart/2005/8/layout/hierarchy4"/>
    <dgm:cxn modelId="{85424791-4FBE-2644-9508-E797554FA4A4}" type="presOf" srcId="{E41C9FD5-3B68-4C4B-AE85-142973C0037E}" destId="{40815CA2-1E42-ED40-97A8-FC7E4A190301}" srcOrd="0" destOrd="0" presId="urn:microsoft.com/office/officeart/2005/8/layout/hierarchy4"/>
    <dgm:cxn modelId="{94998092-73A6-B640-A426-9DAEC327CAC2}" type="presOf" srcId="{E8029C3D-3204-D042-8954-368BC200B6AD}" destId="{5A4CD250-3F8C-EE48-A23F-C4EB38B05826}" srcOrd="0" destOrd="0" presId="urn:microsoft.com/office/officeart/2005/8/layout/hierarchy4"/>
    <dgm:cxn modelId="{B9E2D2AC-FB34-CA4C-B179-8FFC261DC05C}" srcId="{2BC54243-A1D0-AF4E-8AA7-5F31EE929C1E}" destId="{DAE5B034-4A0E-224C-B5D5-C31294D6971A}" srcOrd="0" destOrd="0" parTransId="{1C8453C9-4899-654C-942F-F34EB8307C12}" sibTransId="{20C92CC4-60FA-E642-8DF3-128C5AE80BA5}"/>
    <dgm:cxn modelId="{E25F8AB3-D2DE-A742-A20B-C0C1A65C453F}" srcId="{F3DB23FA-4C85-B247-844F-D2A426FE4B0B}" destId="{7CD55E68-3EA7-5346-A5FD-EE5AD07F8864}" srcOrd="1" destOrd="0" parTransId="{2CB308EB-2B2E-DE47-9DB3-8BCD51F3D7FE}" sibTransId="{0ABC3037-2B4D-1843-97CA-3ADB1D4C2572}"/>
    <dgm:cxn modelId="{55BCDDB3-918C-DC40-BAB6-9CC69BFADC0D}" srcId="{E8029C3D-3204-D042-8954-368BC200B6AD}" destId="{E41C9FD5-3B68-4C4B-AE85-142973C0037E}" srcOrd="1" destOrd="0" parTransId="{A935ABD7-1DCD-A74A-96ED-5BB9B1A62ADA}" sibTransId="{941D3ABC-6243-3C44-9B89-1FD531A7F5C1}"/>
    <dgm:cxn modelId="{B2DFD7C1-968F-7148-932A-14BDBA56BE73}" type="presOf" srcId="{62B9B8AB-63AB-A44E-9774-6C58BEED5E9E}" destId="{E9A69E59-4CCD-4C4B-8AD5-5F8233BFB132}" srcOrd="0" destOrd="0" presId="urn:microsoft.com/office/officeart/2005/8/layout/hierarchy4"/>
    <dgm:cxn modelId="{EDBB0FCC-2DD4-7A41-BD63-4945A3CF3EA3}" type="presOf" srcId="{CF19BF1E-4D67-E141-88FF-C5C9F1C44698}" destId="{6FFF63E7-2999-2D4D-AE4E-8D5A452097ED}" srcOrd="0" destOrd="0" presId="urn:microsoft.com/office/officeart/2005/8/layout/hierarchy4"/>
    <dgm:cxn modelId="{F0D076CC-A76B-0B4D-A9E4-2230E40FA026}" type="presOf" srcId="{E259AAFA-47B3-E845-91C1-CB5541F16BE0}" destId="{50122404-9043-5343-8B7E-CE4DAA17B8DA}" srcOrd="0" destOrd="0" presId="urn:microsoft.com/office/officeart/2005/8/layout/hierarchy4"/>
    <dgm:cxn modelId="{6C7BC1CC-D368-C04D-BF47-BF729A27B5B1}" type="presOf" srcId="{CF29BF5A-8AF1-394C-8C1E-A1BCE28BEA3D}" destId="{35AF544E-52F2-1A4B-8589-EBF28762710F}" srcOrd="0" destOrd="0" presId="urn:microsoft.com/office/officeart/2005/8/layout/hierarchy4"/>
    <dgm:cxn modelId="{BA48A9E7-F78D-AF47-9D88-E3E609DFAEC6}" srcId="{F6C20C91-A250-EA40-927B-7478A1DE19FC}" destId="{E259AAFA-47B3-E845-91C1-CB5541F16BE0}" srcOrd="0" destOrd="0" parTransId="{E6F74968-5B37-3D4C-8449-436115446EAB}" sibTransId="{3FA0515B-0369-AB44-96C8-3F50177F4F4B}"/>
    <dgm:cxn modelId="{C9D21BF1-C87D-E943-BD99-7B9E708DA0AF}" srcId="{E8029C3D-3204-D042-8954-368BC200B6AD}" destId="{D76F1465-BEA0-CA45-B6F2-35437E4BA118}" srcOrd="2" destOrd="0" parTransId="{3EA1837B-C563-4241-95E9-43131673F2CA}" sibTransId="{8572AF48-F0FC-2347-A0D3-030A7CF38042}"/>
    <dgm:cxn modelId="{55C00B45-B66B-2B49-BA89-389C894CC7F1}" type="presParOf" srcId="{211DB7E7-1B4E-F548-A55B-8CD099AB0426}" destId="{E66FE7DE-8536-5649-AF31-8342F987B15F}" srcOrd="0" destOrd="0" presId="urn:microsoft.com/office/officeart/2005/8/layout/hierarchy4"/>
    <dgm:cxn modelId="{940139AC-7A2F-4D44-A5AD-E056BBBACA87}" type="presParOf" srcId="{E66FE7DE-8536-5649-AF31-8342F987B15F}" destId="{50122404-9043-5343-8B7E-CE4DAA17B8DA}" srcOrd="0" destOrd="0" presId="urn:microsoft.com/office/officeart/2005/8/layout/hierarchy4"/>
    <dgm:cxn modelId="{E9F76490-8CCE-E449-942D-4953924F687F}" type="presParOf" srcId="{E66FE7DE-8536-5649-AF31-8342F987B15F}" destId="{1A3C4FF8-CBF7-4E43-A960-F831712BD220}" srcOrd="1" destOrd="0" presId="urn:microsoft.com/office/officeart/2005/8/layout/hierarchy4"/>
    <dgm:cxn modelId="{1F10F50F-5830-9C4C-A85E-FDEB74B9826A}" type="presParOf" srcId="{E66FE7DE-8536-5649-AF31-8342F987B15F}" destId="{0CE3323B-FEC7-C74F-BD1D-E8FDDE0B9F0E}" srcOrd="2" destOrd="0" presId="urn:microsoft.com/office/officeart/2005/8/layout/hierarchy4"/>
    <dgm:cxn modelId="{BD00E763-C88F-E843-8C58-3D5664A17E01}" type="presParOf" srcId="{0CE3323B-FEC7-C74F-BD1D-E8FDDE0B9F0E}" destId="{E8E7A6CD-EC8F-2B4D-A302-C26B98878CD4}" srcOrd="0" destOrd="0" presId="urn:microsoft.com/office/officeart/2005/8/layout/hierarchy4"/>
    <dgm:cxn modelId="{2ACCDA1A-CCB0-434E-A71F-28F5D9BFDD31}" type="presParOf" srcId="{E8E7A6CD-EC8F-2B4D-A302-C26B98878CD4}" destId="{FA4EDECC-87D6-0848-B75C-E1BAC0BD3BEE}" srcOrd="0" destOrd="0" presId="urn:microsoft.com/office/officeart/2005/8/layout/hierarchy4"/>
    <dgm:cxn modelId="{3444C35B-EF1F-544E-A53E-63575AD30A2E}" type="presParOf" srcId="{E8E7A6CD-EC8F-2B4D-A302-C26B98878CD4}" destId="{77C3DDDE-4274-A344-849B-0E42395DF0AA}" srcOrd="1" destOrd="0" presId="urn:microsoft.com/office/officeart/2005/8/layout/hierarchy4"/>
    <dgm:cxn modelId="{511F009B-5FE6-B547-A114-34BFFFA656F7}" type="presParOf" srcId="{E8E7A6CD-EC8F-2B4D-A302-C26B98878CD4}" destId="{07D59346-D607-7C4F-9880-3178C332469C}" srcOrd="2" destOrd="0" presId="urn:microsoft.com/office/officeart/2005/8/layout/hierarchy4"/>
    <dgm:cxn modelId="{21FA86EA-CBCB-554F-86A9-CBB14FEDD7CB}" type="presParOf" srcId="{07D59346-D607-7C4F-9880-3178C332469C}" destId="{EBE9D578-2F56-C847-AFC3-8A10852A84EA}" srcOrd="0" destOrd="0" presId="urn:microsoft.com/office/officeart/2005/8/layout/hierarchy4"/>
    <dgm:cxn modelId="{21C8BDEE-FB47-ED4C-BF7F-04782AD100DA}" type="presParOf" srcId="{EBE9D578-2F56-C847-AFC3-8A10852A84EA}" destId="{E9A69E59-4CCD-4C4B-8AD5-5F8233BFB132}" srcOrd="0" destOrd="0" presId="urn:microsoft.com/office/officeart/2005/8/layout/hierarchy4"/>
    <dgm:cxn modelId="{2F846DEA-D2EB-1846-AA29-F8F92190DE83}" type="presParOf" srcId="{EBE9D578-2F56-C847-AFC3-8A10852A84EA}" destId="{8420CEED-04E1-BF42-88A3-1DBE0EA5B504}" srcOrd="1" destOrd="0" presId="urn:microsoft.com/office/officeart/2005/8/layout/hierarchy4"/>
    <dgm:cxn modelId="{D93FC475-B294-5E40-AF98-468C1E4054A3}" type="presParOf" srcId="{EBE9D578-2F56-C847-AFC3-8A10852A84EA}" destId="{CA73B50E-D4B3-B64C-8387-D0445C4F3E16}" srcOrd="2" destOrd="0" presId="urn:microsoft.com/office/officeart/2005/8/layout/hierarchy4"/>
    <dgm:cxn modelId="{7BFB5659-DC47-454E-8FBB-FA4099DA4ED6}" type="presParOf" srcId="{CA73B50E-D4B3-B64C-8387-D0445C4F3E16}" destId="{86F4C4A6-CFE9-5342-8739-D8E74BF49114}" srcOrd="0" destOrd="0" presId="urn:microsoft.com/office/officeart/2005/8/layout/hierarchy4"/>
    <dgm:cxn modelId="{154C217D-8869-D147-94A0-DCB463D4E5FE}" type="presParOf" srcId="{86F4C4A6-CFE9-5342-8739-D8E74BF49114}" destId="{B3BAAD14-6CD3-1F4D-99B6-3709B19A5977}" srcOrd="0" destOrd="0" presId="urn:microsoft.com/office/officeart/2005/8/layout/hierarchy4"/>
    <dgm:cxn modelId="{8C57A6E6-4054-EB48-A6D4-3A25149A0EB3}" type="presParOf" srcId="{86F4C4A6-CFE9-5342-8739-D8E74BF49114}" destId="{C3EF1B53-4F2C-524D-8EBA-2D9A5D3B82B9}" srcOrd="1" destOrd="0" presId="urn:microsoft.com/office/officeart/2005/8/layout/hierarchy4"/>
    <dgm:cxn modelId="{7C8361AF-91E0-4B4A-8C63-844E48E6D49A}" type="presParOf" srcId="{86F4C4A6-CFE9-5342-8739-D8E74BF49114}" destId="{EF63E4D5-D7C8-9146-AD1D-17F47D96BEA5}" srcOrd="2" destOrd="0" presId="urn:microsoft.com/office/officeart/2005/8/layout/hierarchy4"/>
    <dgm:cxn modelId="{53BB55B8-CFB7-4C42-A4D1-E90D7C5D301B}" type="presParOf" srcId="{EF63E4D5-D7C8-9146-AD1D-17F47D96BEA5}" destId="{E25572F0-A5B3-6647-BAB9-4F8F1D39C9EC}" srcOrd="0" destOrd="0" presId="urn:microsoft.com/office/officeart/2005/8/layout/hierarchy4"/>
    <dgm:cxn modelId="{466E56C8-E534-BB4A-A399-BE7E6393D967}" type="presParOf" srcId="{E25572F0-A5B3-6647-BAB9-4F8F1D39C9EC}" destId="{CD4B9C5C-DB68-7846-A351-9CBE451C3329}" srcOrd="0" destOrd="0" presId="urn:microsoft.com/office/officeart/2005/8/layout/hierarchy4"/>
    <dgm:cxn modelId="{94C19F3C-B804-F146-A79C-847AE8D581EE}" type="presParOf" srcId="{E25572F0-A5B3-6647-BAB9-4F8F1D39C9EC}" destId="{3E7EED21-35E3-FF4B-AB35-6C5CBA5B55DE}" srcOrd="1" destOrd="0" presId="urn:microsoft.com/office/officeart/2005/8/layout/hierarchy4"/>
    <dgm:cxn modelId="{A11E5746-C1FB-494A-A410-D6C44943CC77}" type="presParOf" srcId="{E25572F0-A5B3-6647-BAB9-4F8F1D39C9EC}" destId="{91A3001F-222C-5840-A6CD-36BF77441E85}" srcOrd="2" destOrd="0" presId="urn:microsoft.com/office/officeart/2005/8/layout/hierarchy4"/>
    <dgm:cxn modelId="{3C0789D3-33FB-2F44-8EFA-C226B957862B}" type="presParOf" srcId="{91A3001F-222C-5840-A6CD-36BF77441E85}" destId="{F9A99654-ECEC-904D-935B-64B1F7DC8013}" srcOrd="0" destOrd="0" presId="urn:microsoft.com/office/officeart/2005/8/layout/hierarchy4"/>
    <dgm:cxn modelId="{65B9BC2D-72E8-9D4B-B335-8527A0826B3B}" type="presParOf" srcId="{F9A99654-ECEC-904D-935B-64B1F7DC8013}" destId="{C84B7433-2F3C-C24C-AAEA-376C8270B64E}" srcOrd="0" destOrd="0" presId="urn:microsoft.com/office/officeart/2005/8/layout/hierarchy4"/>
    <dgm:cxn modelId="{090DDC37-AE90-DE4E-8539-2370764A5489}" type="presParOf" srcId="{F9A99654-ECEC-904D-935B-64B1F7DC8013}" destId="{9B8E8795-1151-5C49-8608-37AC100758FE}" srcOrd="1" destOrd="0" presId="urn:microsoft.com/office/officeart/2005/8/layout/hierarchy4"/>
    <dgm:cxn modelId="{96A9047E-65B6-CE4E-8326-BD968F3390C0}" type="presParOf" srcId="{91A3001F-222C-5840-A6CD-36BF77441E85}" destId="{D68D4B18-104B-C54F-B397-92FF6A36E794}" srcOrd="1" destOrd="0" presId="urn:microsoft.com/office/officeart/2005/8/layout/hierarchy4"/>
    <dgm:cxn modelId="{CF5BAB28-AEE0-E441-A70A-08128E324E0B}" type="presParOf" srcId="{91A3001F-222C-5840-A6CD-36BF77441E85}" destId="{5B4CAB8B-5116-9648-A66F-BF17E9DD920D}" srcOrd="2" destOrd="0" presId="urn:microsoft.com/office/officeart/2005/8/layout/hierarchy4"/>
    <dgm:cxn modelId="{0F8577C8-498C-5643-A679-AAC74B5EF145}" type="presParOf" srcId="{5B4CAB8B-5116-9648-A66F-BF17E9DD920D}" destId="{C68BCD08-7A2D-3C4C-848B-E880A6134277}" srcOrd="0" destOrd="0" presId="urn:microsoft.com/office/officeart/2005/8/layout/hierarchy4"/>
    <dgm:cxn modelId="{F068F5B9-4640-E84E-933A-8628F0A57485}" type="presParOf" srcId="{5B4CAB8B-5116-9648-A66F-BF17E9DD920D}" destId="{C4AE18AB-F85B-8749-A12B-46119F986A2A}" srcOrd="1" destOrd="0" presId="urn:microsoft.com/office/officeart/2005/8/layout/hierarchy4"/>
    <dgm:cxn modelId="{4BA601DE-A36A-4A42-BB99-03993378C9E4}" type="presParOf" srcId="{91A3001F-222C-5840-A6CD-36BF77441E85}" destId="{1F8D56D5-4A26-F04C-A3CC-9F120AFBD059}" srcOrd="3" destOrd="0" presId="urn:microsoft.com/office/officeart/2005/8/layout/hierarchy4"/>
    <dgm:cxn modelId="{AD58D142-F9CD-4C4E-AC25-4CE4D51A0714}" type="presParOf" srcId="{91A3001F-222C-5840-A6CD-36BF77441E85}" destId="{72BC1984-977B-7241-9549-BC8681729761}" srcOrd="4" destOrd="0" presId="urn:microsoft.com/office/officeart/2005/8/layout/hierarchy4"/>
    <dgm:cxn modelId="{C6266626-0C3E-AA4C-ADBC-ADF554B8E158}" type="presParOf" srcId="{72BC1984-977B-7241-9549-BC8681729761}" destId="{35AF544E-52F2-1A4B-8589-EBF28762710F}" srcOrd="0" destOrd="0" presId="urn:microsoft.com/office/officeart/2005/8/layout/hierarchy4"/>
    <dgm:cxn modelId="{0CD0ACFB-6A4A-2942-B335-E6BA6944BC09}" type="presParOf" srcId="{72BC1984-977B-7241-9549-BC8681729761}" destId="{375E5878-8319-2E4B-AC3D-552355323911}" srcOrd="1" destOrd="0" presId="urn:microsoft.com/office/officeart/2005/8/layout/hierarchy4"/>
    <dgm:cxn modelId="{CFA223DC-B830-E54E-82F9-DEA20779ACD3}" type="presParOf" srcId="{EF63E4D5-D7C8-9146-AD1D-17F47D96BEA5}" destId="{EE36DC09-90FA-C04E-B55F-40DABF21A8CB}" srcOrd="1" destOrd="0" presId="urn:microsoft.com/office/officeart/2005/8/layout/hierarchy4"/>
    <dgm:cxn modelId="{E4571499-A01F-A340-8572-BC7A076B4410}" type="presParOf" srcId="{EF63E4D5-D7C8-9146-AD1D-17F47D96BEA5}" destId="{CC6BF1FB-B16C-8545-B02A-D01614480AF5}" srcOrd="2" destOrd="0" presId="urn:microsoft.com/office/officeart/2005/8/layout/hierarchy4"/>
    <dgm:cxn modelId="{DB40D87F-D5AD-E240-95E2-E9A69E140DDB}" type="presParOf" srcId="{CC6BF1FB-B16C-8545-B02A-D01614480AF5}" destId="{DDC25A61-BF72-E64B-87B7-1E38DEB82BA1}" srcOrd="0" destOrd="0" presId="urn:microsoft.com/office/officeart/2005/8/layout/hierarchy4"/>
    <dgm:cxn modelId="{3DDE8927-0C04-3D4B-9027-D7DC1CFD4643}" type="presParOf" srcId="{CC6BF1FB-B16C-8545-B02A-D01614480AF5}" destId="{1AF143C5-3534-364F-82E1-455C35021721}" srcOrd="1" destOrd="0" presId="urn:microsoft.com/office/officeart/2005/8/layout/hierarchy4"/>
    <dgm:cxn modelId="{206DE9F5-078F-6842-8C42-4CC571CFA5E5}" type="presParOf" srcId="{CC6BF1FB-B16C-8545-B02A-D01614480AF5}" destId="{655D0C90-4285-F746-884E-F04985B90967}" srcOrd="2" destOrd="0" presId="urn:microsoft.com/office/officeart/2005/8/layout/hierarchy4"/>
    <dgm:cxn modelId="{657FC8E4-E548-0544-9856-88968ADE2D28}" type="presParOf" srcId="{655D0C90-4285-F746-884E-F04985B90967}" destId="{C969A01B-3D70-E940-BF55-15C072DE7201}" srcOrd="0" destOrd="0" presId="urn:microsoft.com/office/officeart/2005/8/layout/hierarchy4"/>
    <dgm:cxn modelId="{490AE8BE-DB1E-6F43-B59C-46765837A53E}" type="presParOf" srcId="{C969A01B-3D70-E940-BF55-15C072DE7201}" destId="{DF5FCE03-678C-254A-8244-576B461ED360}" srcOrd="0" destOrd="0" presId="urn:microsoft.com/office/officeart/2005/8/layout/hierarchy4"/>
    <dgm:cxn modelId="{2936924F-E5C3-D747-936C-13780B509D90}" type="presParOf" srcId="{C969A01B-3D70-E940-BF55-15C072DE7201}" destId="{E35FFFAB-A584-1B4E-901D-BC37857A534E}" srcOrd="1" destOrd="0" presId="urn:microsoft.com/office/officeart/2005/8/layout/hierarchy4"/>
    <dgm:cxn modelId="{CDBA22F5-AE59-C34D-B1DA-BA876F82A9A8}" type="presParOf" srcId="{655D0C90-4285-F746-884E-F04985B90967}" destId="{3CB73A60-C191-1744-80A2-02E3388B29AC}" srcOrd="1" destOrd="0" presId="urn:microsoft.com/office/officeart/2005/8/layout/hierarchy4"/>
    <dgm:cxn modelId="{5686FEBB-C1F1-8247-8F96-8BFCBC422816}" type="presParOf" srcId="{655D0C90-4285-F746-884E-F04985B90967}" destId="{93488D10-E950-E240-ACEA-7D808A1C09A7}" srcOrd="2" destOrd="0" presId="urn:microsoft.com/office/officeart/2005/8/layout/hierarchy4"/>
    <dgm:cxn modelId="{6C7E74C0-0731-2740-BBAA-0DABED6AB3F3}" type="presParOf" srcId="{93488D10-E950-E240-ACEA-7D808A1C09A7}" destId="{4062AFFF-85E2-D046-A5E8-B8841671DADB}" srcOrd="0" destOrd="0" presId="urn:microsoft.com/office/officeart/2005/8/layout/hierarchy4"/>
    <dgm:cxn modelId="{E70FD891-0063-B84C-942A-52173657B9AC}" type="presParOf" srcId="{93488D10-E950-E240-ACEA-7D808A1C09A7}" destId="{42BB8D1C-B6E4-3546-AE83-D35A5B929727}" srcOrd="1" destOrd="0" presId="urn:microsoft.com/office/officeart/2005/8/layout/hierarchy4"/>
    <dgm:cxn modelId="{2C8F8BBF-117B-7E49-B8A7-F11595C574D0}" type="presParOf" srcId="{655D0C90-4285-F746-884E-F04985B90967}" destId="{1B20D658-C1FF-8248-9D4A-19F58B2579A9}" srcOrd="3" destOrd="0" presId="urn:microsoft.com/office/officeart/2005/8/layout/hierarchy4"/>
    <dgm:cxn modelId="{AFEF9BEA-5C05-7749-B279-E4EDC17D1FAF}" type="presParOf" srcId="{655D0C90-4285-F746-884E-F04985B90967}" destId="{8F499A44-6FE5-8749-A9CB-CF224D7403D2}" srcOrd="4" destOrd="0" presId="urn:microsoft.com/office/officeart/2005/8/layout/hierarchy4"/>
    <dgm:cxn modelId="{73F0F8A6-FF18-4F47-9594-1D8AC4CA383F}" type="presParOf" srcId="{8F499A44-6FE5-8749-A9CB-CF224D7403D2}" destId="{89F9CF55-25DA-964D-8C45-D4FA1A305F70}" srcOrd="0" destOrd="0" presId="urn:microsoft.com/office/officeart/2005/8/layout/hierarchy4"/>
    <dgm:cxn modelId="{FB0DD233-BD87-694F-A991-AD34366929D3}" type="presParOf" srcId="{8F499A44-6FE5-8749-A9CB-CF224D7403D2}" destId="{4D2E65FE-88F4-694D-B907-B89580DF0495}" srcOrd="1" destOrd="0" presId="urn:microsoft.com/office/officeart/2005/8/layout/hierarchy4"/>
    <dgm:cxn modelId="{23AFFA4C-EF7A-334B-8BE4-75BB7AA8F0AB}" type="presParOf" srcId="{EF63E4D5-D7C8-9146-AD1D-17F47D96BEA5}" destId="{DF14A1FF-FCD9-B74F-A8A2-71585C791368}" srcOrd="3" destOrd="0" presId="urn:microsoft.com/office/officeart/2005/8/layout/hierarchy4"/>
    <dgm:cxn modelId="{131ED626-C5A0-8E4E-8DE2-A8F7EC384CDF}" type="presParOf" srcId="{EF63E4D5-D7C8-9146-AD1D-17F47D96BEA5}" destId="{7162C06B-FB60-8048-9A67-DC58DF1B6478}" srcOrd="4" destOrd="0" presId="urn:microsoft.com/office/officeart/2005/8/layout/hierarchy4"/>
    <dgm:cxn modelId="{838D6DA3-35B0-8E43-8F05-B49589B03B7E}" type="presParOf" srcId="{7162C06B-FB60-8048-9A67-DC58DF1B6478}" destId="{5A4CD250-3F8C-EE48-A23F-C4EB38B05826}" srcOrd="0" destOrd="0" presId="urn:microsoft.com/office/officeart/2005/8/layout/hierarchy4"/>
    <dgm:cxn modelId="{EA59DC87-A94B-5D45-BEFD-E51751C697AA}" type="presParOf" srcId="{7162C06B-FB60-8048-9A67-DC58DF1B6478}" destId="{AC221C76-2770-E14A-AC73-98D0559BF5F6}" srcOrd="1" destOrd="0" presId="urn:microsoft.com/office/officeart/2005/8/layout/hierarchy4"/>
    <dgm:cxn modelId="{ED85A00C-30B7-2540-9C75-1C111AC8C311}" type="presParOf" srcId="{7162C06B-FB60-8048-9A67-DC58DF1B6478}" destId="{6BCB6C5D-8022-0041-9D68-8F8275D69064}" srcOrd="2" destOrd="0" presId="urn:microsoft.com/office/officeart/2005/8/layout/hierarchy4"/>
    <dgm:cxn modelId="{C7BCC1A5-39BD-9449-9B14-75DDBEE28266}" type="presParOf" srcId="{6BCB6C5D-8022-0041-9D68-8F8275D69064}" destId="{0A66C48F-2138-A844-AA3C-CE8A37ACFB14}" srcOrd="0" destOrd="0" presId="urn:microsoft.com/office/officeart/2005/8/layout/hierarchy4"/>
    <dgm:cxn modelId="{159AC723-FEA2-E347-A649-7C78150E6A98}" type="presParOf" srcId="{0A66C48F-2138-A844-AA3C-CE8A37ACFB14}" destId="{6FFF63E7-2999-2D4D-AE4E-8D5A452097ED}" srcOrd="0" destOrd="0" presId="urn:microsoft.com/office/officeart/2005/8/layout/hierarchy4"/>
    <dgm:cxn modelId="{3E92BE4F-0D99-8648-B6F4-AE89B95EB4AA}" type="presParOf" srcId="{0A66C48F-2138-A844-AA3C-CE8A37ACFB14}" destId="{77F2B67E-6C87-1A4C-80F1-718DD41C99B5}" srcOrd="1" destOrd="0" presId="urn:microsoft.com/office/officeart/2005/8/layout/hierarchy4"/>
    <dgm:cxn modelId="{91EEC121-AFB2-3A4E-BA09-7479CFC11CD8}" type="presParOf" srcId="{6BCB6C5D-8022-0041-9D68-8F8275D69064}" destId="{836E989D-E98C-824D-B0E1-9227DA8E198D}" srcOrd="1" destOrd="0" presId="urn:microsoft.com/office/officeart/2005/8/layout/hierarchy4"/>
    <dgm:cxn modelId="{13D18DAD-47E4-6A41-9975-8D5A16B47C11}" type="presParOf" srcId="{6BCB6C5D-8022-0041-9D68-8F8275D69064}" destId="{E0F51997-7442-D243-93D6-BB88AFE36C10}" srcOrd="2" destOrd="0" presId="urn:microsoft.com/office/officeart/2005/8/layout/hierarchy4"/>
    <dgm:cxn modelId="{D91A804A-67CC-BA46-BAC5-F8C6B7E9775D}" type="presParOf" srcId="{E0F51997-7442-D243-93D6-BB88AFE36C10}" destId="{40815CA2-1E42-ED40-97A8-FC7E4A190301}" srcOrd="0" destOrd="0" presId="urn:microsoft.com/office/officeart/2005/8/layout/hierarchy4"/>
    <dgm:cxn modelId="{713F2510-5701-9045-8103-B09FBB98471E}" type="presParOf" srcId="{E0F51997-7442-D243-93D6-BB88AFE36C10}" destId="{8BF0D61D-0CD0-974D-8D3F-8EC22EBDB7C2}" srcOrd="1" destOrd="0" presId="urn:microsoft.com/office/officeart/2005/8/layout/hierarchy4"/>
    <dgm:cxn modelId="{1546D867-C8E2-CE42-B190-2BF4D5AC1369}" type="presParOf" srcId="{6BCB6C5D-8022-0041-9D68-8F8275D69064}" destId="{2F74EB5B-5ADF-4C47-BA88-F0A07ADCA70E}" srcOrd="3" destOrd="0" presId="urn:microsoft.com/office/officeart/2005/8/layout/hierarchy4"/>
    <dgm:cxn modelId="{B0D40AE8-AB75-4E4B-8F2A-C2942B53A6E4}" type="presParOf" srcId="{6BCB6C5D-8022-0041-9D68-8F8275D69064}" destId="{C8D28629-89B6-0D41-A9C6-4EC27E54BF6C}" srcOrd="4" destOrd="0" presId="urn:microsoft.com/office/officeart/2005/8/layout/hierarchy4"/>
    <dgm:cxn modelId="{73443355-A2B0-9540-9E3A-9BB886C8E336}" type="presParOf" srcId="{C8D28629-89B6-0D41-A9C6-4EC27E54BF6C}" destId="{D6F9B091-7293-EE43-B389-9D8941B2A94B}" srcOrd="0" destOrd="0" presId="urn:microsoft.com/office/officeart/2005/8/layout/hierarchy4"/>
    <dgm:cxn modelId="{68755764-F634-DE46-AB0F-A848720B83BA}" type="presParOf" srcId="{C8D28629-89B6-0D41-A9C6-4EC27E54BF6C}" destId="{60C67ED6-FF85-9F4D-A76B-8BA20CA19C37}" srcOrd="1" destOrd="0" presId="urn:microsoft.com/office/officeart/2005/8/layout/hierarchy4"/>
    <dgm:cxn modelId="{3CF34771-3D68-0842-8CEE-BCE345A21BA2}" type="presParOf" srcId="{6BCB6C5D-8022-0041-9D68-8F8275D69064}" destId="{57F46661-8C64-3145-ABC7-3288C6D6248F}" srcOrd="5" destOrd="0" presId="urn:microsoft.com/office/officeart/2005/8/layout/hierarchy4"/>
    <dgm:cxn modelId="{5A485CB5-578A-6E4A-B2CD-FF1C72729CA6}" type="presParOf" srcId="{6BCB6C5D-8022-0041-9D68-8F8275D69064}" destId="{DEDC4E45-5124-AE4C-9A11-8301B1215B75}" srcOrd="6" destOrd="0" presId="urn:microsoft.com/office/officeart/2005/8/layout/hierarchy4"/>
    <dgm:cxn modelId="{C051EBA8-54E5-6F40-9B95-A72B29D5C8EC}" type="presParOf" srcId="{DEDC4E45-5124-AE4C-9A11-8301B1215B75}" destId="{3DFDB91B-335C-1C4C-81FB-D6F8C75BF934}" srcOrd="0" destOrd="0" presId="urn:microsoft.com/office/officeart/2005/8/layout/hierarchy4"/>
    <dgm:cxn modelId="{08B79AF5-9666-C24F-80B4-0A6EBDD895FF}" type="presParOf" srcId="{DEDC4E45-5124-AE4C-9A11-8301B1215B75}" destId="{67252174-EF82-CE4A-B817-BC107767E24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22404-9043-5343-8B7E-CE4DAA17B8DA}">
      <dsp:nvSpPr>
        <dsp:cNvPr id="0" name=""/>
        <dsp:cNvSpPr/>
      </dsp:nvSpPr>
      <dsp:spPr>
        <a:xfrm>
          <a:off x="28" y="1888"/>
          <a:ext cx="10625023" cy="826822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rgbClr val="FF7E1C"/>
            </a:gs>
            <a:gs pos="23000">
              <a:schemeClr val="accent2">
                <a:lumMod val="89000"/>
              </a:schemeClr>
            </a:gs>
            <a:gs pos="69000">
              <a:schemeClr val="accent2">
                <a:lumMod val="75000"/>
              </a:schemeClr>
            </a:gs>
            <a:gs pos="97000">
              <a:schemeClr val="accent2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mfortaa" pitchFamily="2" charset="0"/>
            </a:rPr>
            <a:t>Operational Domain Models</a:t>
          </a:r>
        </a:p>
      </dsp:txBody>
      <dsp:txXfrm>
        <a:off x="24245" y="26105"/>
        <a:ext cx="10576589" cy="778388"/>
      </dsp:txXfrm>
    </dsp:sp>
    <dsp:sp modelId="{FA4EDECC-87D6-0848-B75C-E1BAC0BD3BEE}">
      <dsp:nvSpPr>
        <dsp:cNvPr id="0" name=""/>
        <dsp:cNvSpPr/>
      </dsp:nvSpPr>
      <dsp:spPr>
        <a:xfrm>
          <a:off x="28" y="919501"/>
          <a:ext cx="10625023" cy="826822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mfortaa" pitchFamily="2" charset="0"/>
            </a:rPr>
            <a:t>MBSE</a:t>
          </a:r>
        </a:p>
      </dsp:txBody>
      <dsp:txXfrm>
        <a:off x="24245" y="943718"/>
        <a:ext cx="10576589" cy="778388"/>
      </dsp:txXfrm>
    </dsp:sp>
    <dsp:sp modelId="{E9A69E59-4CCD-4C4B-8AD5-5F8233BFB132}">
      <dsp:nvSpPr>
        <dsp:cNvPr id="0" name=""/>
        <dsp:cNvSpPr/>
      </dsp:nvSpPr>
      <dsp:spPr>
        <a:xfrm>
          <a:off x="28" y="1837115"/>
          <a:ext cx="1062502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6">
                <a:lumMod val="89000"/>
              </a:schemeClr>
            </a:gs>
            <a:gs pos="23000">
              <a:schemeClr val="accent6">
                <a:lumMod val="89000"/>
              </a:schemeClr>
            </a:gs>
            <a:gs pos="69000">
              <a:schemeClr val="accent6">
                <a:lumMod val="75000"/>
              </a:schemeClr>
            </a:gs>
            <a:gs pos="97000">
              <a:schemeClr val="accent6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>
              <a:latin typeface="Comfortaa" pitchFamily="2" charset="0"/>
            </a:rPr>
            <a:t>CatML</a:t>
          </a:r>
          <a:endParaRPr lang="en-US" sz="3800" kern="1200" dirty="0">
            <a:latin typeface="Comfortaa" pitchFamily="2" charset="0"/>
          </a:endParaRPr>
        </a:p>
      </dsp:txBody>
      <dsp:txXfrm>
        <a:off x="24245" y="1861332"/>
        <a:ext cx="10576589" cy="778388"/>
      </dsp:txXfrm>
    </dsp:sp>
    <dsp:sp modelId="{B3BAAD14-6CD3-1F4D-99B6-3709B19A5977}">
      <dsp:nvSpPr>
        <dsp:cNvPr id="0" name=""/>
        <dsp:cNvSpPr/>
      </dsp:nvSpPr>
      <dsp:spPr>
        <a:xfrm>
          <a:off x="28" y="2754728"/>
          <a:ext cx="1062502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omfortaa" pitchFamily="2" charset="0"/>
            </a:rPr>
            <a:t>Algebraic Computing</a:t>
          </a:r>
        </a:p>
      </dsp:txBody>
      <dsp:txXfrm>
        <a:off x="24245" y="2778945"/>
        <a:ext cx="10576589" cy="778388"/>
      </dsp:txXfrm>
    </dsp:sp>
    <dsp:sp modelId="{CD4B9C5C-DB68-7846-A351-9CBE451C3329}">
      <dsp:nvSpPr>
        <dsp:cNvPr id="0" name=""/>
        <dsp:cNvSpPr/>
      </dsp:nvSpPr>
      <dsp:spPr>
        <a:xfrm>
          <a:off x="28" y="3672342"/>
          <a:ext cx="3172178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GATs</a:t>
          </a:r>
        </a:p>
      </dsp:txBody>
      <dsp:txXfrm>
        <a:off x="24245" y="3696559"/>
        <a:ext cx="3123744" cy="778388"/>
      </dsp:txXfrm>
    </dsp:sp>
    <dsp:sp modelId="{C84B7433-2F3C-C24C-AAEA-376C8270B64E}">
      <dsp:nvSpPr>
        <dsp:cNvPr id="0" name=""/>
        <dsp:cNvSpPr/>
      </dsp:nvSpPr>
      <dsp:spPr>
        <a:xfrm>
          <a:off x="28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Theories</a:t>
          </a:r>
        </a:p>
      </dsp:txBody>
      <dsp:txXfrm>
        <a:off x="24245" y="4614172"/>
        <a:ext cx="994359" cy="778388"/>
      </dsp:txXfrm>
    </dsp:sp>
    <dsp:sp modelId="{C68BCD08-7A2D-3C4C-848B-E880A6134277}">
      <dsp:nvSpPr>
        <dsp:cNvPr id="0" name=""/>
        <dsp:cNvSpPr/>
      </dsp:nvSpPr>
      <dsp:spPr>
        <a:xfrm>
          <a:off x="1064720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Meta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Models</a:t>
          </a:r>
        </a:p>
      </dsp:txBody>
      <dsp:txXfrm>
        <a:off x="1088937" y="4614172"/>
        <a:ext cx="994359" cy="778388"/>
      </dsp:txXfrm>
    </dsp:sp>
    <dsp:sp modelId="{35AF544E-52F2-1A4B-8589-EBF28762710F}">
      <dsp:nvSpPr>
        <dsp:cNvPr id="0" name=""/>
        <dsp:cNvSpPr/>
      </dsp:nvSpPr>
      <dsp:spPr>
        <a:xfrm>
          <a:off x="2129413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Models</a:t>
          </a:r>
        </a:p>
      </dsp:txBody>
      <dsp:txXfrm>
        <a:off x="2153630" y="4614172"/>
        <a:ext cx="994359" cy="778388"/>
      </dsp:txXfrm>
    </dsp:sp>
    <dsp:sp modelId="{DDC25A61-BF72-E64B-87B7-1E38DEB82BA1}">
      <dsp:nvSpPr>
        <dsp:cNvPr id="0" name=""/>
        <dsp:cNvSpPr/>
      </dsp:nvSpPr>
      <dsp:spPr>
        <a:xfrm>
          <a:off x="3194105" y="3672342"/>
          <a:ext cx="3172178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Syntaxes</a:t>
          </a:r>
        </a:p>
      </dsp:txBody>
      <dsp:txXfrm>
        <a:off x="3218322" y="3696559"/>
        <a:ext cx="3123744" cy="778388"/>
      </dsp:txXfrm>
    </dsp:sp>
    <dsp:sp modelId="{DF5FCE03-678C-254A-8244-576B461ED360}">
      <dsp:nvSpPr>
        <dsp:cNvPr id="0" name=""/>
        <dsp:cNvSpPr/>
      </dsp:nvSpPr>
      <dsp:spPr>
        <a:xfrm>
          <a:off x="3194105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Notations</a:t>
          </a:r>
        </a:p>
      </dsp:txBody>
      <dsp:txXfrm>
        <a:off x="3218322" y="4614172"/>
        <a:ext cx="994359" cy="778388"/>
      </dsp:txXfrm>
    </dsp:sp>
    <dsp:sp modelId="{4062AFFF-85E2-D046-A5E8-B8841671DADB}">
      <dsp:nvSpPr>
        <dsp:cNvPr id="0" name=""/>
        <dsp:cNvSpPr/>
      </dsp:nvSpPr>
      <dsp:spPr>
        <a:xfrm>
          <a:off x="4258797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Diagrams</a:t>
          </a:r>
        </a:p>
      </dsp:txBody>
      <dsp:txXfrm>
        <a:off x="4283014" y="4614172"/>
        <a:ext cx="994359" cy="778388"/>
      </dsp:txXfrm>
    </dsp:sp>
    <dsp:sp modelId="{89F9CF55-25DA-964D-8C45-D4FA1A305F70}">
      <dsp:nvSpPr>
        <dsp:cNvPr id="0" name=""/>
        <dsp:cNvSpPr/>
      </dsp:nvSpPr>
      <dsp:spPr>
        <a:xfrm>
          <a:off x="5323489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EDSLs</a:t>
          </a:r>
        </a:p>
      </dsp:txBody>
      <dsp:txXfrm>
        <a:off x="5347706" y="4614172"/>
        <a:ext cx="994359" cy="778388"/>
      </dsp:txXfrm>
    </dsp:sp>
    <dsp:sp modelId="{5A4CD250-3F8C-EE48-A23F-C4EB38B05826}">
      <dsp:nvSpPr>
        <dsp:cNvPr id="0" name=""/>
        <dsp:cNvSpPr/>
      </dsp:nvSpPr>
      <dsp:spPr>
        <a:xfrm>
          <a:off x="6388182" y="3672342"/>
          <a:ext cx="4236870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52000"/>
              </a:srgbClr>
            </a:gs>
            <a:gs pos="23000">
              <a:srgbClr val="4472C4">
                <a:lumMod val="89000"/>
                <a:alpha val="54000"/>
              </a:srgbClr>
            </a:gs>
            <a:gs pos="69000">
              <a:srgbClr val="4472C4">
                <a:lumMod val="75000"/>
                <a:alpha val="42000"/>
              </a:srgbClr>
            </a:gs>
            <a:gs pos="97000">
              <a:srgbClr val="4472C4">
                <a:lumMod val="70000"/>
                <a:alpha val="5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Implementation</a:t>
          </a:r>
        </a:p>
      </dsp:txBody>
      <dsp:txXfrm>
        <a:off x="6412399" y="3696559"/>
        <a:ext cx="4188436" cy="778388"/>
      </dsp:txXfrm>
    </dsp:sp>
    <dsp:sp modelId="{6FFF63E7-2999-2D4D-AE4E-8D5A452097ED}">
      <dsp:nvSpPr>
        <dsp:cNvPr id="0" name=""/>
        <dsp:cNvSpPr/>
      </dsp:nvSpPr>
      <dsp:spPr>
        <a:xfrm>
          <a:off x="6388182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Lambdas</a:t>
          </a:r>
        </a:p>
      </dsp:txBody>
      <dsp:txXfrm>
        <a:off x="6412399" y="4614172"/>
        <a:ext cx="994359" cy="778388"/>
      </dsp:txXfrm>
    </dsp:sp>
    <dsp:sp modelId="{40815CA2-1E42-ED40-97A8-FC7E4A190301}">
      <dsp:nvSpPr>
        <dsp:cNvPr id="0" name=""/>
        <dsp:cNvSpPr/>
      </dsp:nvSpPr>
      <dsp:spPr>
        <a:xfrm>
          <a:off x="7452874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Notebooks</a:t>
          </a:r>
        </a:p>
      </dsp:txBody>
      <dsp:txXfrm>
        <a:off x="7477091" y="4614172"/>
        <a:ext cx="994359" cy="778388"/>
      </dsp:txXfrm>
    </dsp:sp>
    <dsp:sp modelId="{D6F9B091-7293-EE43-B389-9D8941B2A94B}">
      <dsp:nvSpPr>
        <dsp:cNvPr id="0" name=""/>
        <dsp:cNvSpPr/>
      </dsp:nvSpPr>
      <dsp:spPr>
        <a:xfrm>
          <a:off x="8517566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Function</a:t>
          </a:r>
          <a:r>
            <a:rPr lang="en-US" sz="1400" kern="1200" dirty="0">
              <a:latin typeface="Comfortaa" pitchFamily="2" charset="0"/>
            </a:rPr>
            <a:t> </a:t>
          </a: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Graphs</a:t>
          </a:r>
        </a:p>
      </dsp:txBody>
      <dsp:txXfrm>
        <a:off x="8541783" y="4614172"/>
        <a:ext cx="994359" cy="778388"/>
      </dsp:txXfrm>
    </dsp:sp>
    <dsp:sp modelId="{3DFDB91B-335C-1C4C-81FB-D6F8C75BF934}">
      <dsp:nvSpPr>
        <dsp:cNvPr id="0" name=""/>
        <dsp:cNvSpPr/>
      </dsp:nvSpPr>
      <dsp:spPr>
        <a:xfrm>
          <a:off x="9582258" y="4589955"/>
          <a:ext cx="1042793" cy="826822"/>
        </a:xfrm>
        <a:prstGeom prst="roundRect">
          <a:avLst>
            <a:gd name="adj" fmla="val 10000"/>
          </a:avLst>
        </a:prstGeom>
        <a:gradFill flip="none" rotWithShape="0">
          <a:gsLst>
            <a:gs pos="0">
              <a:srgbClr val="4472C4">
                <a:lumMod val="89000"/>
                <a:alpha val="32000"/>
              </a:srgbClr>
            </a:gs>
            <a:gs pos="23000">
              <a:srgbClr val="4472C4">
                <a:lumMod val="89000"/>
                <a:alpha val="28000"/>
              </a:srgbClr>
            </a:gs>
            <a:gs pos="69000">
              <a:srgbClr val="4472C4">
                <a:lumMod val="75000"/>
                <a:alpha val="18000"/>
              </a:srgbClr>
            </a:gs>
            <a:gs pos="97000">
              <a:srgbClr val="4472C4">
                <a:lumMod val="70000"/>
                <a:alpha val="21000"/>
              </a:srgbClr>
            </a:gs>
          </a:gsLst>
          <a:path path="circle">
            <a:fillToRect l="50000" t="50000" r="50000" b="50000"/>
          </a:path>
          <a:tileRect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prstClr val="white"/>
              </a:solidFill>
              <a:latin typeface="Comfortaa" pitchFamily="2" charset="0"/>
              <a:ea typeface="+mn-ea"/>
              <a:cs typeface="+mn-cs"/>
            </a:rPr>
            <a:t>Services</a:t>
          </a:r>
        </a:p>
      </dsp:txBody>
      <dsp:txXfrm>
        <a:off x="9606475" y="4614172"/>
        <a:ext cx="994359" cy="778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BB7C-9EC3-744B-94C6-75DFD22E1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5BF04-D89E-0B4C-A065-4D0A4B828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B6D22-029D-7C4B-AD00-FF4838B23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E30CB-086C-4040-BC8B-859F52573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ABEF-C7A2-9F40-9A89-D29C5F3C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3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64A8-C557-F64F-AEDF-FE8679BF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29A04-0E48-B148-AF5A-85A8A121D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2967-5FB0-2748-B344-63734276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020AA-6732-4A45-9A85-33D77267A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04AD9-B1D2-F74B-AE63-890C456C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1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5CE2-39F5-2A4E-91BC-F7C063A31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FEF2C-BB13-4643-82C6-B458BC84D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EF3C-82FF-3B47-A81F-043153A97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A357-07B4-3041-AE6D-13C71F0D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37904-68C1-F449-A250-EA493B09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7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FEA0-477F-EA4F-8132-14FC473E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EC4C-6A20-B44A-A1A3-799B9FD4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0BC08-0AFD-114E-9C1D-74E6D076E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2DED7-7F6C-A142-95EA-F246C76A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DEB72-BC30-994B-8F1A-E96417F7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8B2A0-01B1-3543-B02A-76032171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1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2EE3-33C3-E44B-BA6D-59F436C6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DD18-F7A0-7D4D-8750-4A217852A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6B297-5B5A-E94A-BE42-DA8A2FD31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EF570-4670-9F4C-B06F-0153C51748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E254A0-DBE9-6448-8B4F-64CADD1EA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0366E-5C6C-F441-BD8D-0CB2B9AB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9FCF7E-3570-3843-9EEC-E11EB9AB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70287-FCFC-4145-B35C-065226CBB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7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0E9D-A203-BC40-8355-3C67FA32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8054C8-8B33-2141-9E60-A27B4AC20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EE261-FD31-7743-8DD5-33412E20A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4168A2-D3E5-974E-8E18-AEE7A447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9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62EC8-A18E-9848-BDBE-B1985F64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B18E4-20F1-6742-975F-67590589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85F2D-6FF1-AD47-A1C6-2281E0E0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85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DCC6-B473-6F4C-9BA7-7EF127E3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F606-54BE-2143-BCB1-3BC052D24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F5AF88-1DFC-7045-ABD6-8AB2508A86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98261-F336-D240-83CF-743C9988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77170-B313-7B4C-A7CB-6930CD46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4354A-A745-F142-AFA7-6A0CA4C6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B2C0-0E16-7246-A152-02270051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88E09-E649-3E44-AFAD-5105E0F2B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42998-8CD9-9D47-B46B-5C0958BE0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7A9BF-4074-314D-A94D-10B209A8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87484-1307-E841-A511-3404EABDB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41BC9-0D05-804B-A86E-BA359269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3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0D6A-5798-564A-9176-324B2123A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647A6-1DFA-7041-9E7D-37E460AB7D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5D18-EBC9-2146-936C-1AA26E08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F4179-27BA-D849-A6EF-F324E76D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C17DD-29F6-D742-8DA5-3D60E04D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86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08DDC-6010-6E42-82CA-52F8601A3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305F6D-7705-C94F-9536-450CD3A07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4199D-4A6B-8840-9B2E-2E2FB038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F07C8-1333-1A42-9028-3F4BB35A012A}" type="datetimeFigureOut">
              <a:rPr lang="en-US" smtClean="0"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C1DD-617F-6C4B-BB7E-AAA2FF8D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0283D-4B16-2741-A6C4-83751DEF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6BBB8-5F22-F44A-AFAB-CB41C43D0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32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7C627E-C60E-5347-B81E-ED20DA39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D1268-4FAE-2648-8400-B63B7901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A4A91-BE05-DD46-BE42-701CC6E91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F07C8-1333-1A42-9028-3F4BB35A012A}" type="datetimeFigureOut">
              <a:rPr lang="en-US" smtClean="0"/>
              <a:pPr/>
              <a:t>10/24/20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C2ADD-03A4-D947-9678-4ED3F4842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rgbClr val="287897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66197-69AF-EC4A-B6F4-F6383A0A90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06BBB8-5F22-F44A-AFAB-CB41C43D05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9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543E-3647-B548-9C26-C3278D1D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422BA-7AAC-9B4D-9CCB-0D2447841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900" b="1" dirty="0">
                <a:solidFill>
                  <a:schemeClr val="accent5">
                    <a:lumMod val="75000"/>
                  </a:schemeClr>
                </a:solidFill>
              </a:rPr>
              <a:t>Lambda</a:t>
            </a:r>
            <a:r>
              <a:rPr lang="en-US" dirty="0"/>
              <a:t> </a:t>
            </a:r>
            <a:r>
              <a:rPr lang="en-US" sz="2900" b="1" dirty="0">
                <a:solidFill>
                  <a:schemeClr val="accent5">
                    <a:lumMod val="75000"/>
                  </a:schemeClr>
                </a:solidFill>
              </a:rPr>
              <a:t>Server</a:t>
            </a:r>
            <a:r>
              <a:rPr lang="en-US" dirty="0"/>
              <a:t> and </a:t>
            </a:r>
            <a:r>
              <a:rPr lang="en-US" sz="2900" b="1" dirty="0">
                <a:solidFill>
                  <a:schemeClr val="accent5">
                    <a:lumMod val="75000"/>
                  </a:schemeClr>
                </a:solidFill>
              </a:rPr>
              <a:t>Lambda</a:t>
            </a:r>
            <a:r>
              <a:rPr lang="en-US" dirty="0"/>
              <a:t> </a:t>
            </a:r>
            <a:r>
              <a:rPr lang="en-US" sz="2900" b="1" dirty="0">
                <a:solidFill>
                  <a:schemeClr val="accent5">
                    <a:lumMod val="75000"/>
                  </a:schemeClr>
                </a:solidFill>
              </a:rPr>
              <a:t>Assistant</a:t>
            </a:r>
            <a:r>
              <a:rPr lang="en-US" dirty="0"/>
              <a:t> both have </a:t>
            </a:r>
            <a:r>
              <a:rPr lang="en-US" sz="2900" b="1" dirty="0">
                <a:solidFill>
                  <a:schemeClr val="accent6">
                    <a:lumMod val="75000"/>
                  </a:schemeClr>
                </a:solidFill>
              </a:rPr>
              <a:t>Julia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Workspaces for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GATs</a:t>
            </a:r>
            <a:r>
              <a:rPr lang="en-US" dirty="0"/>
              <a:t> –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Theory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Type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Term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Axiom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Alias</a:t>
            </a:r>
            <a:r>
              <a:rPr lang="en-US" dirty="0"/>
              <a:t>, …</a:t>
            </a:r>
          </a:p>
          <a:p>
            <a:pPr lvl="1"/>
            <a:r>
              <a:rPr lang="en-US" dirty="0" err="1">
                <a:solidFill>
                  <a:schemeClr val="accent5">
                    <a:lumMod val="75000"/>
                  </a:schemeClr>
                </a:solidFill>
              </a:rPr>
              <a:t>CatML</a:t>
            </a:r>
            <a:r>
              <a:rPr lang="en-US" dirty="0"/>
              <a:t> –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Theory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Syntax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Program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Diagram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Instance</a:t>
            </a:r>
            <a:r>
              <a:rPr lang="en-US" dirty="0"/>
              <a:t>, …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Theories</a:t>
            </a:r>
          </a:p>
          <a:p>
            <a:pPr lvl="2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Category</a:t>
            </a:r>
          </a:p>
          <a:p>
            <a:pPr lvl="3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Derived</a:t>
            </a:r>
            <a:r>
              <a:rPr lang="en-US" dirty="0"/>
              <a:t>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Symmetric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with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Diagonals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Cartesian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with</a:t>
            </a:r>
            <a:r>
              <a:rPr lang="en-US" dirty="0"/>
              <a:t> </a:t>
            </a:r>
            <a:r>
              <a:rPr lang="en-US" sz="1900" dirty="0" err="1">
                <a:solidFill>
                  <a:schemeClr val="accent6">
                    <a:lumMod val="75000"/>
                  </a:schemeClr>
                </a:solidFill>
              </a:rPr>
              <a:t>Bidiagonals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Biproduct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Closed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Markov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Cartesian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Closed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Compact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Closed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Dagger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Dagger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Symmetric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Dagger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Compact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Traced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Monoidal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Schema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Hypergraph</a:t>
            </a:r>
          </a:p>
          <a:p>
            <a:pPr lvl="3"/>
            <a:r>
              <a:rPr lang="en-US" sz="1900" dirty="0">
                <a:solidFill>
                  <a:schemeClr val="accent5">
                    <a:lumMod val="75000"/>
                  </a:schemeClr>
                </a:solidFill>
              </a:rPr>
              <a:t>Instances</a:t>
            </a:r>
            <a:r>
              <a:rPr lang="en-US" dirty="0"/>
              <a:t>: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Matrix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Category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Graph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Schema</a:t>
            </a:r>
            <a:r>
              <a:rPr lang="en-US" dirty="0"/>
              <a:t>,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Property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Graph</a:t>
            </a:r>
            <a:r>
              <a:rPr lang="en-US" dirty="0"/>
              <a:t> </a:t>
            </a:r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Schema</a:t>
            </a:r>
          </a:p>
          <a:p>
            <a:pPr lvl="2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Monoid</a:t>
            </a:r>
          </a:p>
          <a:p>
            <a:r>
              <a:rPr lang="en-US" dirty="0"/>
              <a:t>Intro to Category Theory (informal)</a:t>
            </a:r>
          </a:p>
          <a:p>
            <a:r>
              <a:rPr lang="en-US" dirty="0"/>
              <a:t>Marketecture</a:t>
            </a:r>
          </a:p>
          <a:p>
            <a:r>
              <a:rPr lang="en-US" sz="2900" b="1" dirty="0" err="1">
                <a:solidFill>
                  <a:schemeClr val="accent5">
                    <a:lumMod val="75000"/>
                  </a:schemeClr>
                </a:solidFill>
              </a:rPr>
              <a:t>CatML</a:t>
            </a:r>
            <a:r>
              <a:rPr lang="en-US" b="1" dirty="0">
                <a:solidFill>
                  <a:srgbClr val="FF004A"/>
                </a:solidFill>
              </a:rPr>
              <a:t> </a:t>
            </a:r>
            <a:r>
              <a:rPr lang="en-US" sz="2900" b="1" dirty="0">
                <a:solidFill>
                  <a:schemeClr val="accent5">
                    <a:lumMod val="75000"/>
                  </a:schemeClr>
                </a:solidFill>
              </a:rPr>
              <a:t>Assistant</a:t>
            </a:r>
          </a:p>
          <a:p>
            <a:pPr lvl="1"/>
            <a:r>
              <a:rPr lang="en-US" dirty="0"/>
              <a:t>Cloned from GOAP</a:t>
            </a:r>
          </a:p>
          <a:p>
            <a:pPr lvl="1"/>
            <a:r>
              <a:rPr lang="en-US" dirty="0"/>
              <a:t>Logical flows/maps</a:t>
            </a:r>
          </a:p>
          <a:p>
            <a:pPr lvl="1"/>
            <a:r>
              <a:rPr lang="en-US" dirty="0"/>
              <a:t>JavaScript to convert </a:t>
            </a:r>
            <a:r>
              <a:rPr lang="en-US" dirty="0" err="1"/>
              <a:t>Catlab.jl</a:t>
            </a:r>
            <a:r>
              <a:rPr lang="en-US" dirty="0"/>
              <a:t> theory into GAT Theory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17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BF909D3-F3A7-E942-B43C-27AECD5C0B8B}"/>
              </a:ext>
            </a:extLst>
          </p:cNvPr>
          <p:cNvSpPr/>
          <p:nvPr/>
        </p:nvSpPr>
        <p:spPr>
          <a:xfrm>
            <a:off x="1830659" y="210068"/>
            <a:ext cx="8530683" cy="6437864"/>
          </a:xfrm>
          <a:prstGeom prst="roundRect">
            <a:avLst>
              <a:gd name="adj" fmla="val 2290"/>
            </a:avLst>
          </a:prstGeom>
          <a:gradFill flip="none" rotWithShape="1">
            <a:gsLst>
              <a:gs pos="0">
                <a:srgbClr val="082340">
                  <a:alpha val="16000"/>
                </a:srgbClr>
              </a:gs>
              <a:gs pos="50000">
                <a:srgbClr val="24598E">
                  <a:shade val="67500"/>
                  <a:satMod val="115000"/>
                </a:srgbClr>
              </a:gs>
              <a:gs pos="100000">
                <a:srgbClr val="1F72C2">
                  <a:alpha val="7000"/>
                </a:srgbClr>
              </a:gs>
            </a:gsLst>
            <a:lin ang="16200000" scaled="1"/>
            <a:tileRect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spcFirstLastPara="0" vert="horz" wrap="square" lIns="118110" tIns="118110" rIns="118110" bIns="118110" numCol="1" spcCol="1270" anchor="b" anchorCtr="1"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omfortaa" pitchFamily="2" charset="0"/>
              </a:rPr>
              <a:t>Maana Q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3D1E5E-DA75-1A40-8D1F-A11B41899FF1}"/>
              </a:ext>
            </a:extLst>
          </p:cNvPr>
          <p:cNvCxnSpPr>
            <a:cxnSpLocks/>
          </p:cNvCxnSpPr>
          <p:nvPr/>
        </p:nvCxnSpPr>
        <p:spPr>
          <a:xfrm flipV="1">
            <a:off x="4520527" y="2883514"/>
            <a:ext cx="1605157" cy="1830538"/>
          </a:xfrm>
          <a:prstGeom prst="straightConnector1">
            <a:avLst/>
          </a:prstGeom>
          <a:ln w="76200">
            <a:solidFill>
              <a:schemeClr val="bg1">
                <a:alpha val="31000"/>
              </a:schemeClr>
            </a:solidFill>
            <a:tailEnd type="none"/>
          </a:ln>
          <a:effectLst>
            <a:glow rad="304800">
              <a:srgbClr val="00B0F0">
                <a:alpha val="16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88D49B-43B8-7F49-9618-59E213CBE2BC}"/>
              </a:ext>
            </a:extLst>
          </p:cNvPr>
          <p:cNvCxnSpPr>
            <a:cxnSpLocks/>
          </p:cNvCxnSpPr>
          <p:nvPr/>
        </p:nvCxnSpPr>
        <p:spPr>
          <a:xfrm flipH="1" flipV="1">
            <a:off x="6125684" y="2883514"/>
            <a:ext cx="1569426" cy="1830538"/>
          </a:xfrm>
          <a:prstGeom prst="straightConnector1">
            <a:avLst/>
          </a:prstGeom>
          <a:ln w="76200">
            <a:solidFill>
              <a:schemeClr val="bg1">
                <a:alpha val="31000"/>
              </a:schemeClr>
            </a:solidFill>
            <a:tailEnd type="none"/>
          </a:ln>
          <a:effectLst>
            <a:glow rad="304800">
              <a:srgbClr val="00B0F0">
                <a:alpha val="16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94CE05-2D07-FD4D-AF54-CBCB881A5CD1}"/>
              </a:ext>
            </a:extLst>
          </p:cNvPr>
          <p:cNvCxnSpPr>
            <a:cxnSpLocks/>
            <a:stCxn id="31" idx="1"/>
            <a:endCxn id="25" idx="3"/>
          </p:cNvCxnSpPr>
          <p:nvPr/>
        </p:nvCxnSpPr>
        <p:spPr>
          <a:xfrm flipH="1">
            <a:off x="5560974" y="4706789"/>
            <a:ext cx="1058241" cy="4132"/>
          </a:xfrm>
          <a:prstGeom prst="straightConnector1">
            <a:avLst/>
          </a:prstGeom>
          <a:ln w="76200">
            <a:solidFill>
              <a:schemeClr val="bg1">
                <a:alpha val="31000"/>
              </a:schemeClr>
            </a:solidFill>
            <a:tailEnd type="none"/>
          </a:ln>
          <a:effectLst>
            <a:glow rad="304800">
              <a:srgbClr val="00B0F0">
                <a:alpha val="16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0958D3B5-BE73-A34B-851F-A9A57DF59DED}"/>
              </a:ext>
            </a:extLst>
          </p:cNvPr>
          <p:cNvGrpSpPr/>
          <p:nvPr/>
        </p:nvGrpSpPr>
        <p:grpSpPr>
          <a:xfrm>
            <a:off x="5087871" y="2625573"/>
            <a:ext cx="2075626" cy="533129"/>
            <a:chOff x="2115" y="4180"/>
            <a:chExt cx="8123768" cy="720989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232BC28-2DE7-4B4D-890D-B297E09BFA6B}"/>
                </a:ext>
              </a:extLst>
            </p:cNvPr>
            <p:cNvSpPr/>
            <p:nvPr/>
          </p:nvSpPr>
          <p:spPr>
            <a:xfrm>
              <a:off x="2115" y="4180"/>
              <a:ext cx="8123768" cy="720989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rgbClr val="FF7E1C"/>
                </a:gs>
                <a:gs pos="23000">
                  <a:schemeClr val="accent2">
                    <a:lumMod val="89000"/>
                  </a:schemeClr>
                </a:gs>
                <a:gs pos="69000">
                  <a:schemeClr val="accent2">
                    <a:lumMod val="75000"/>
                  </a:schemeClr>
                </a:gs>
                <a:gs pos="97000">
                  <a:schemeClr val="accent2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4">
                <a:alpha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4DC2747A-DFE9-D341-8EC6-81F39DE539F3}"/>
                </a:ext>
              </a:extLst>
            </p:cNvPr>
            <p:cNvSpPr txBox="1"/>
            <p:nvPr/>
          </p:nvSpPr>
          <p:spPr>
            <a:xfrm>
              <a:off x="23232" y="25297"/>
              <a:ext cx="8081534" cy="6787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Comfortaa" pitchFamily="2" charset="0"/>
                </a:rPr>
                <a:t>Diagrams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CF8718-18D1-944E-B588-870C4641C634}"/>
              </a:ext>
            </a:extLst>
          </p:cNvPr>
          <p:cNvGrpSpPr/>
          <p:nvPr/>
        </p:nvGrpSpPr>
        <p:grpSpPr>
          <a:xfrm>
            <a:off x="3479924" y="4444356"/>
            <a:ext cx="2086473" cy="533129"/>
            <a:chOff x="2115" y="1567285"/>
            <a:chExt cx="8123768" cy="720989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CD54319D-6EF1-494B-AA1D-18810D04C35D}"/>
                </a:ext>
              </a:extLst>
            </p:cNvPr>
            <p:cNvSpPr/>
            <p:nvPr/>
          </p:nvSpPr>
          <p:spPr>
            <a:xfrm>
              <a:off x="2115" y="1567285"/>
              <a:ext cx="8123768" cy="720989"/>
            </a:xfrm>
            <a:prstGeom prst="roundRect">
              <a:avLst>
                <a:gd name="adj" fmla="val 10000"/>
              </a:avLst>
            </a:prstGeom>
            <a:gradFill flip="none" rotWithShape="0">
              <a:gsLst>
                <a:gs pos="0">
                  <a:schemeClr val="accent6">
                    <a:lumMod val="89000"/>
                  </a:schemeClr>
                </a:gs>
                <a:gs pos="23000">
                  <a:schemeClr val="accent6">
                    <a:lumMod val="89000"/>
                  </a:schemeClr>
                </a:gs>
                <a:gs pos="69000">
                  <a:schemeClr val="accent6">
                    <a:lumMod val="75000"/>
                  </a:schemeClr>
                </a:gs>
                <a:gs pos="97000">
                  <a:schemeClr val="accent6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4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9E847CC3-A9BA-5F43-B721-F8665A935FA3}"/>
                </a:ext>
              </a:extLst>
            </p:cNvPr>
            <p:cNvSpPr txBox="1"/>
            <p:nvPr/>
          </p:nvSpPr>
          <p:spPr>
            <a:xfrm>
              <a:off x="23232" y="1588402"/>
              <a:ext cx="8081534" cy="6787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Comfortaa" pitchFamily="2" charset="0"/>
                </a:rPr>
                <a:t>Formulas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4C8DFB-C582-B44E-97F1-5E14C1E1859D}"/>
              </a:ext>
            </a:extLst>
          </p:cNvPr>
          <p:cNvGrpSpPr/>
          <p:nvPr/>
        </p:nvGrpSpPr>
        <p:grpSpPr>
          <a:xfrm>
            <a:off x="6612827" y="4394737"/>
            <a:ext cx="2099249" cy="624103"/>
            <a:chOff x="2115" y="914945"/>
            <a:chExt cx="8123768" cy="84402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834F4150-186F-7A48-BCD8-3B0A09116A80}"/>
                </a:ext>
              </a:extLst>
            </p:cNvPr>
            <p:cNvSpPr/>
            <p:nvPr/>
          </p:nvSpPr>
          <p:spPr>
            <a:xfrm>
              <a:off x="2115" y="914945"/>
              <a:ext cx="8123768" cy="844020"/>
            </a:xfrm>
            <a:prstGeom prst="roundRect">
              <a:avLst>
                <a:gd name="adj" fmla="val 10000"/>
              </a:avLst>
            </a:prstGeom>
            <a:gradFill flip="none" rotWithShape="1">
              <a:gsLst>
                <a:gs pos="0">
                  <a:schemeClr val="accent4">
                    <a:lumMod val="89000"/>
                  </a:schemeClr>
                </a:gs>
                <a:gs pos="23000">
                  <a:schemeClr val="accent4">
                    <a:lumMod val="89000"/>
                  </a:schemeClr>
                </a:gs>
                <a:gs pos="69000">
                  <a:schemeClr val="accent4">
                    <a:lumMod val="75000"/>
                  </a:schemeClr>
                </a:gs>
                <a:gs pos="97000">
                  <a:schemeClr val="accent4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4">
                <a:alpha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Rounded Rectangle 4">
              <a:extLst>
                <a:ext uri="{FF2B5EF4-FFF2-40B4-BE49-F238E27FC236}">
                  <a16:creationId xmlns:a16="http://schemas.microsoft.com/office/drawing/2014/main" id="{BCF2EA19-6509-D64B-BBB1-E5F8A223B1F2}"/>
                </a:ext>
              </a:extLst>
            </p:cNvPr>
            <p:cNvSpPr txBox="1"/>
            <p:nvPr/>
          </p:nvSpPr>
          <p:spPr>
            <a:xfrm>
              <a:off x="26836" y="939666"/>
              <a:ext cx="8074326" cy="7945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8590" tIns="148590" rIns="148590" bIns="148590" numCol="1" spcCol="1270" anchor="ctr" anchorCtr="0">
              <a:noAutofit/>
            </a:bodyPr>
            <a:lstStyle/>
            <a:p>
              <a:pPr marL="0" lvl="0" indent="0" algn="ctr" defTabSz="1733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>
                  <a:latin typeface="Comfortaa" pitchFamily="2" charset="0"/>
                </a:rPr>
                <a:t>Programs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C0C7327B-4D51-6444-8F00-9967255DC425}"/>
              </a:ext>
            </a:extLst>
          </p:cNvPr>
          <p:cNvSpPr/>
          <p:nvPr/>
        </p:nvSpPr>
        <p:spPr>
          <a:xfrm>
            <a:off x="5566397" y="3416643"/>
            <a:ext cx="1091177" cy="1091177"/>
          </a:xfrm>
          <a:prstGeom prst="ellipse">
            <a:avLst/>
          </a:prstGeom>
          <a:gradFill flip="none" rotWithShape="0">
            <a:gsLst>
              <a:gs pos="0">
                <a:srgbClr val="5B9BD5">
                  <a:lumMod val="89000"/>
                </a:srgbClr>
              </a:gs>
              <a:gs pos="23000">
                <a:srgbClr val="5B9BD5">
                  <a:lumMod val="89000"/>
                </a:srgbClr>
              </a:gs>
              <a:gs pos="69000">
                <a:srgbClr val="5B9BD5">
                  <a:lumMod val="75000"/>
                </a:srgbClr>
              </a:gs>
              <a:gs pos="97000">
                <a:srgbClr val="5B9BD5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omfortaa" pitchFamily="2" charset="0"/>
              </a:rPr>
              <a:t>Theory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EFE1B64-614F-974E-A314-A7EF3A369C47}"/>
              </a:ext>
            </a:extLst>
          </p:cNvPr>
          <p:cNvGrpSpPr/>
          <p:nvPr/>
        </p:nvGrpSpPr>
        <p:grpSpPr>
          <a:xfrm>
            <a:off x="3485347" y="5160839"/>
            <a:ext cx="5226728" cy="715853"/>
            <a:chOff x="4074470" y="4693496"/>
            <a:chExt cx="997148" cy="720989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9491981F-9227-F741-B2CC-BBB5BCA45932}"/>
                </a:ext>
              </a:extLst>
            </p:cNvPr>
            <p:cNvSpPr/>
            <p:nvPr/>
          </p:nvSpPr>
          <p:spPr>
            <a:xfrm>
              <a:off x="4074470" y="4693496"/>
              <a:ext cx="997148" cy="720989"/>
            </a:xfrm>
            <a:prstGeom prst="roundRect">
              <a:avLst>
                <a:gd name="adj" fmla="val 10000"/>
              </a:avLst>
            </a:prstGeom>
            <a:gradFill flip="none" rotWithShape="0">
              <a:gsLst>
                <a:gs pos="0">
                  <a:srgbClr val="4472C4">
                    <a:lumMod val="89000"/>
                    <a:alpha val="32000"/>
                  </a:srgbClr>
                </a:gs>
                <a:gs pos="23000">
                  <a:srgbClr val="4472C4">
                    <a:lumMod val="89000"/>
                    <a:alpha val="28000"/>
                  </a:srgbClr>
                </a:gs>
                <a:gs pos="69000">
                  <a:srgbClr val="4472C4">
                    <a:lumMod val="75000"/>
                    <a:alpha val="18000"/>
                  </a:srgbClr>
                </a:gs>
                <a:gs pos="97000">
                  <a:srgbClr val="4472C4">
                    <a:lumMod val="70000"/>
                    <a:alpha val="21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</p:sp>
        <p:sp>
          <p:nvSpPr>
            <p:cNvPr id="46" name="Rounded Rectangle 4">
              <a:extLst>
                <a:ext uri="{FF2B5EF4-FFF2-40B4-BE49-F238E27FC236}">
                  <a16:creationId xmlns:a16="http://schemas.microsoft.com/office/drawing/2014/main" id="{1BEDCA72-3969-C14A-8E73-3D1AD34E2C45}"/>
                </a:ext>
              </a:extLst>
            </p:cNvPr>
            <p:cNvSpPr txBox="1"/>
            <p:nvPr/>
          </p:nvSpPr>
          <p:spPr>
            <a:xfrm>
              <a:off x="4095587" y="4714613"/>
              <a:ext cx="954914" cy="67875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prstClr val="white"/>
                  </a:solidFill>
                  <a:latin typeface="Comfortaa" pitchFamily="2" charset="0"/>
                  <a:ea typeface="+mn-ea"/>
                  <a:cs typeface="+mn-cs"/>
                </a:rPr>
                <a:t>Execution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7F23B11-7418-C246-AD76-476166C3B089}"/>
              </a:ext>
            </a:extLst>
          </p:cNvPr>
          <p:cNvSpPr txBox="1"/>
          <p:nvPr/>
        </p:nvSpPr>
        <p:spPr>
          <a:xfrm>
            <a:off x="1985636" y="569936"/>
            <a:ext cx="384271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mfortaa" pitchFamily="2" charset="0"/>
              </a:rPr>
              <a:t>Model-Specific Tools for SMEs</a:t>
            </a:r>
          </a:p>
        </p:txBody>
      </p:sp>
      <p:pic>
        <p:nvPicPr>
          <p:cNvPr id="52" name="Graphic 51" descr="Scales of justice">
            <a:extLst>
              <a:ext uri="{FF2B5EF4-FFF2-40B4-BE49-F238E27FC236}">
                <a16:creationId xmlns:a16="http://schemas.microsoft.com/office/drawing/2014/main" id="{B973AC6A-ED2C-C846-B21B-928E883CF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1171" y="996817"/>
            <a:ext cx="914400" cy="914400"/>
          </a:xfrm>
          <a:prstGeom prst="rect">
            <a:avLst/>
          </a:prstGeom>
        </p:spPr>
      </p:pic>
      <p:pic>
        <p:nvPicPr>
          <p:cNvPr id="54" name="Graphic 53" descr="Clipboard Mixed">
            <a:extLst>
              <a:ext uri="{FF2B5EF4-FFF2-40B4-BE49-F238E27FC236}">
                <a16:creationId xmlns:a16="http://schemas.microsoft.com/office/drawing/2014/main" id="{E171E5A2-1B31-F947-8614-62E21C4B13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2103" y="996817"/>
            <a:ext cx="914400" cy="914400"/>
          </a:xfrm>
          <a:prstGeom prst="rect">
            <a:avLst/>
          </a:prstGeom>
        </p:spPr>
      </p:pic>
      <p:pic>
        <p:nvPicPr>
          <p:cNvPr id="56" name="Graphic 55" descr="Triangle Ruler">
            <a:extLst>
              <a:ext uri="{FF2B5EF4-FFF2-40B4-BE49-F238E27FC236}">
                <a16:creationId xmlns:a16="http://schemas.microsoft.com/office/drawing/2014/main" id="{4EA426F7-FCE7-3A45-BB58-38E4569897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83035" y="996817"/>
            <a:ext cx="914400" cy="914400"/>
          </a:xfrm>
          <a:prstGeom prst="rect">
            <a:avLst/>
          </a:prstGeom>
        </p:spPr>
      </p:pic>
      <p:pic>
        <p:nvPicPr>
          <p:cNvPr id="58" name="Graphic 57" descr="Beaker">
            <a:extLst>
              <a:ext uri="{FF2B5EF4-FFF2-40B4-BE49-F238E27FC236}">
                <a16:creationId xmlns:a16="http://schemas.microsoft.com/office/drawing/2014/main" id="{67868CC7-2A77-8A41-A365-0FF8EDB0B3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93967" y="996817"/>
            <a:ext cx="914400" cy="914400"/>
          </a:xfrm>
          <a:prstGeom prst="rect">
            <a:avLst/>
          </a:prstGeom>
        </p:spPr>
      </p:pic>
      <p:pic>
        <p:nvPicPr>
          <p:cNvPr id="60" name="Graphic 59" descr="Trigonometry">
            <a:extLst>
              <a:ext uri="{FF2B5EF4-FFF2-40B4-BE49-F238E27FC236}">
                <a16:creationId xmlns:a16="http://schemas.microsoft.com/office/drawing/2014/main" id="{1243C2A6-A67C-2343-A152-D5C87553EC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04899" y="996817"/>
            <a:ext cx="914400" cy="914400"/>
          </a:xfrm>
          <a:prstGeom prst="rect">
            <a:avLst/>
          </a:prstGeom>
        </p:spPr>
      </p:pic>
      <p:pic>
        <p:nvPicPr>
          <p:cNvPr id="62" name="Graphic 61" descr="Speedometer Low">
            <a:extLst>
              <a:ext uri="{FF2B5EF4-FFF2-40B4-BE49-F238E27FC236}">
                <a16:creationId xmlns:a16="http://schemas.microsoft.com/office/drawing/2014/main" id="{D96D43D5-AB48-BB47-BA1C-10DAC9AA09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50237" y="996817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C35DF7A-3D9A-A24A-97C8-C1E7E8B2C179}"/>
              </a:ext>
            </a:extLst>
          </p:cNvPr>
          <p:cNvSpPr txBox="1"/>
          <p:nvPr/>
        </p:nvSpPr>
        <p:spPr>
          <a:xfrm>
            <a:off x="2053974" y="1888912"/>
            <a:ext cx="81624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Design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5F6C40-9395-2346-B256-AC68BBD2D3D2}"/>
              </a:ext>
            </a:extLst>
          </p:cNvPr>
          <p:cNvSpPr txBox="1"/>
          <p:nvPr/>
        </p:nvSpPr>
        <p:spPr>
          <a:xfrm>
            <a:off x="3243083" y="1888912"/>
            <a:ext cx="12629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Experiment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92723C-27C8-D345-BFCC-128DDFF7D070}"/>
              </a:ext>
            </a:extLst>
          </p:cNvPr>
          <p:cNvSpPr txBox="1"/>
          <p:nvPr/>
        </p:nvSpPr>
        <p:spPr>
          <a:xfrm>
            <a:off x="4884880" y="1888912"/>
            <a:ext cx="90691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Analyze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B2C80D-87E2-C244-8243-532C8A8D9800}"/>
              </a:ext>
            </a:extLst>
          </p:cNvPr>
          <p:cNvSpPr txBox="1"/>
          <p:nvPr/>
        </p:nvSpPr>
        <p:spPr>
          <a:xfrm>
            <a:off x="6149427" y="1888912"/>
            <a:ext cx="93987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Validate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89F073-0CDF-5047-9661-5B27C039A2DE}"/>
              </a:ext>
            </a:extLst>
          </p:cNvPr>
          <p:cNvSpPr txBox="1"/>
          <p:nvPr/>
        </p:nvSpPr>
        <p:spPr>
          <a:xfrm>
            <a:off x="7472933" y="1888912"/>
            <a:ext cx="103925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Compare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912213-C98A-3149-B580-4A05F66BC9DB}"/>
              </a:ext>
            </a:extLst>
          </p:cNvPr>
          <p:cNvSpPr txBox="1"/>
          <p:nvPr/>
        </p:nvSpPr>
        <p:spPr>
          <a:xfrm>
            <a:off x="8894219" y="1888912"/>
            <a:ext cx="10264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mfortaa" pitchFamily="2" charset="0"/>
              </a:rPr>
              <a:t>Optimize</a:t>
            </a:r>
          </a:p>
        </p:txBody>
      </p:sp>
    </p:spTree>
    <p:extLst>
      <p:ext uri="{BB962C8B-B14F-4D97-AF65-F5344CB8AC3E}">
        <p14:creationId xmlns:p14="http://schemas.microsoft.com/office/powerpoint/2010/main" val="1578976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500C01-160B-F44F-924A-4891C8B17E5D}"/>
              </a:ext>
            </a:extLst>
          </p:cNvPr>
          <p:cNvGrpSpPr/>
          <p:nvPr/>
        </p:nvGrpSpPr>
        <p:grpSpPr>
          <a:xfrm>
            <a:off x="520262" y="210068"/>
            <a:ext cx="11151476" cy="6437864"/>
            <a:chOff x="1817649" y="546410"/>
            <a:chExt cx="8530683" cy="643786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BF909D3-F3A7-E942-B43C-27AECD5C0B8B}"/>
                </a:ext>
              </a:extLst>
            </p:cNvPr>
            <p:cNvSpPr/>
            <p:nvPr/>
          </p:nvSpPr>
          <p:spPr>
            <a:xfrm>
              <a:off x="1817649" y="546410"/>
              <a:ext cx="8530683" cy="6437864"/>
            </a:xfrm>
            <a:prstGeom prst="roundRect">
              <a:avLst>
                <a:gd name="adj" fmla="val 2290"/>
              </a:avLst>
            </a:prstGeom>
            <a:gradFill flip="none" rotWithShape="1">
              <a:gsLst>
                <a:gs pos="0">
                  <a:srgbClr val="082340">
                    <a:alpha val="16000"/>
                  </a:srgbClr>
                </a:gs>
                <a:gs pos="50000">
                  <a:srgbClr val="24598E">
                    <a:shade val="67500"/>
                    <a:satMod val="115000"/>
                  </a:srgbClr>
                </a:gs>
                <a:gs pos="100000">
                  <a:srgbClr val="1F72C2">
                    <a:alpha val="7000"/>
                  </a:srgb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txBody>
            <a:bodyPr spcFirstLastPara="0" vert="horz" wrap="square" lIns="118110" tIns="118110" rIns="118110" bIns="118110" numCol="1" spcCol="1270" anchor="b" anchorCtr="1">
              <a:noAutofit/>
            </a:bodyPr>
            <a:lstStyle/>
            <a:p>
              <a:r>
                <a:rPr lang="en-US" sz="3600" b="1" dirty="0">
                  <a:solidFill>
                    <a:schemeClr val="bg1"/>
                  </a:solidFill>
                  <a:latin typeface="Comfortaa" pitchFamily="2" charset="0"/>
                </a:rPr>
                <a:t>Maana Q</a:t>
              </a:r>
            </a:p>
          </p:txBody>
        </p:sp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870B68AC-19E4-524D-9D9E-D2036CA2B3C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48343433"/>
                </p:ext>
              </p:extLst>
            </p:nvPr>
          </p:nvGraphicFramePr>
          <p:xfrm>
            <a:off x="2032000" y="719666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5622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500C-6C8B-814C-A193-4E6F336D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25BB-267B-4043-A7DC-56C29C1CC9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Theory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Types, Terms, Axioms, Aliases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Theories can include other theories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Simply adds to Types, Terms, …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Can’t contradict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Generates a free workspace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e.g., Monoid, Category, Schema (incl. Category theory)</a:t>
            </a:r>
          </a:p>
          <a:p>
            <a:pPr>
              <a:lnSpc>
                <a:spcPct val="120000"/>
              </a:lnSpc>
            </a:pPr>
            <a:r>
              <a:rPr lang="en-US" dirty="0"/>
              <a:t>Metamodels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Instances of Theory (i.e., Types, Terms, …)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Models can include other models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e.g., Category -&gt; Matrix, Schema -&gt; Graph, Graph -&gt; Property Graph (incl. Graph metamodel)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Generates a free workspace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includes Theory workspace</a:t>
            </a:r>
          </a:p>
          <a:p>
            <a:pPr>
              <a:lnSpc>
                <a:spcPct val="120000"/>
              </a:lnSpc>
            </a:pPr>
            <a:r>
              <a:rPr lang="en-US" dirty="0"/>
              <a:t>Models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Instances of a Metamodel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e.g., a matrix, a graph, a property graph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E573AC-FC52-DA47-8567-BE2B12A11DF5}"/>
              </a:ext>
            </a:extLst>
          </p:cNvPr>
          <p:cNvSpPr/>
          <p:nvPr/>
        </p:nvSpPr>
        <p:spPr>
          <a:xfrm>
            <a:off x="7094481" y="1825625"/>
            <a:ext cx="1629103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18596C-6801-B649-83FB-CE1AF2220551}"/>
              </a:ext>
            </a:extLst>
          </p:cNvPr>
          <p:cNvSpPr/>
          <p:nvPr/>
        </p:nvSpPr>
        <p:spPr>
          <a:xfrm>
            <a:off x="7094483" y="3544094"/>
            <a:ext cx="1629103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Metamodel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CD8E41-F1D4-4B49-8D4D-4DD66DD7EAF8}"/>
              </a:ext>
            </a:extLst>
          </p:cNvPr>
          <p:cNvSpPr/>
          <p:nvPr/>
        </p:nvSpPr>
        <p:spPr>
          <a:xfrm>
            <a:off x="7094482" y="5262563"/>
            <a:ext cx="1629103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49FAB-D359-4444-8A8B-009911612207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H="1" flipV="1">
            <a:off x="7909033" y="2740025"/>
            <a:ext cx="2" cy="804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CC7DAD-0C4A-D941-A4E9-78FF4FC82F6C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7909034" y="4458494"/>
            <a:ext cx="1" cy="8040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853478A-4467-FC46-827F-2915EDF1E5A4}"/>
              </a:ext>
            </a:extLst>
          </p:cNvPr>
          <p:cNvCxnSpPr>
            <a:cxnSpLocks/>
            <a:stCxn id="5" idx="2"/>
            <a:endCxn id="5" idx="1"/>
          </p:cNvCxnSpPr>
          <p:nvPr/>
        </p:nvCxnSpPr>
        <p:spPr>
          <a:xfrm rot="5400000" flipH="1">
            <a:off x="7273157" y="2104149"/>
            <a:ext cx="457200" cy="814552"/>
          </a:xfrm>
          <a:prstGeom prst="bentConnector4">
            <a:avLst>
              <a:gd name="adj1" fmla="val -50000"/>
              <a:gd name="adj2" fmla="val 12806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21F4946-467A-824C-A961-AA3C8FFA4BA1}"/>
              </a:ext>
            </a:extLst>
          </p:cNvPr>
          <p:cNvCxnSpPr>
            <a:cxnSpLocks/>
            <a:stCxn id="6" idx="2"/>
            <a:endCxn id="6" idx="1"/>
          </p:cNvCxnSpPr>
          <p:nvPr/>
        </p:nvCxnSpPr>
        <p:spPr>
          <a:xfrm rot="5400000" flipH="1">
            <a:off x="7273159" y="3822618"/>
            <a:ext cx="457200" cy="814552"/>
          </a:xfrm>
          <a:prstGeom prst="bentConnector4">
            <a:avLst>
              <a:gd name="adj1" fmla="val -50000"/>
              <a:gd name="adj2" fmla="val 12806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DDCA442-9661-DA4C-AAA2-82CFCC7D5423}"/>
              </a:ext>
            </a:extLst>
          </p:cNvPr>
          <p:cNvSpPr txBox="1"/>
          <p:nvPr/>
        </p:nvSpPr>
        <p:spPr>
          <a:xfrm>
            <a:off x="7998372" y="3160017"/>
            <a:ext cx="101983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instance of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436F4B-AD72-984B-855B-F61BE69F45F6}"/>
              </a:ext>
            </a:extLst>
          </p:cNvPr>
          <p:cNvSpPr txBox="1"/>
          <p:nvPr/>
        </p:nvSpPr>
        <p:spPr>
          <a:xfrm>
            <a:off x="7994002" y="4878487"/>
            <a:ext cx="101983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instance of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68AB07-BFF6-4E4F-81A7-FE6AC67A3D4D}"/>
              </a:ext>
            </a:extLst>
          </p:cNvPr>
          <p:cNvSpPr txBox="1"/>
          <p:nvPr/>
        </p:nvSpPr>
        <p:spPr>
          <a:xfrm>
            <a:off x="6095999" y="3847405"/>
            <a:ext cx="73129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include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F1B3C0-3D7F-9C45-AA0D-3156230E76B7}"/>
              </a:ext>
            </a:extLst>
          </p:cNvPr>
          <p:cNvSpPr txBox="1"/>
          <p:nvPr/>
        </p:nvSpPr>
        <p:spPr>
          <a:xfrm>
            <a:off x="6095998" y="2128936"/>
            <a:ext cx="73129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/>
              <a:t>include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47401B9-E74D-1042-97A2-7C6B34CD0F23}"/>
              </a:ext>
            </a:extLst>
          </p:cNvPr>
          <p:cNvSpPr/>
          <p:nvPr/>
        </p:nvSpPr>
        <p:spPr>
          <a:xfrm>
            <a:off x="10641721" y="1950984"/>
            <a:ext cx="1182412" cy="6636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Implementation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E7126D9-96C2-9C45-859C-BBE0003CCC7F}"/>
              </a:ext>
            </a:extLst>
          </p:cNvPr>
          <p:cNvCxnSpPr>
            <a:stCxn id="5" idx="3"/>
            <a:endCxn id="39" idx="1"/>
          </p:cNvCxnSpPr>
          <p:nvPr/>
        </p:nvCxnSpPr>
        <p:spPr>
          <a:xfrm flipV="1">
            <a:off x="8723584" y="2282823"/>
            <a:ext cx="1918137" cy="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79E41C83-AC01-2C4F-A5FE-1CB5236D7BEC}"/>
              </a:ext>
            </a:extLst>
          </p:cNvPr>
          <p:cNvSpPr/>
          <p:nvPr/>
        </p:nvSpPr>
        <p:spPr>
          <a:xfrm>
            <a:off x="9207059" y="1950985"/>
            <a:ext cx="1182412" cy="6636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Workspace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0F6B80C-CEF9-0E42-B40A-FD7921318198}"/>
              </a:ext>
            </a:extLst>
          </p:cNvPr>
          <p:cNvSpPr/>
          <p:nvPr/>
        </p:nvSpPr>
        <p:spPr>
          <a:xfrm>
            <a:off x="10641721" y="3669455"/>
            <a:ext cx="1182412" cy="6636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Implementation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844E8D2-060A-A047-9F7C-AEB861B5A12D}"/>
              </a:ext>
            </a:extLst>
          </p:cNvPr>
          <p:cNvCxnSpPr>
            <a:cxnSpLocks/>
            <a:stCxn id="6" idx="3"/>
            <a:endCxn id="42" idx="1"/>
          </p:cNvCxnSpPr>
          <p:nvPr/>
        </p:nvCxnSpPr>
        <p:spPr>
          <a:xfrm>
            <a:off x="8723586" y="4001294"/>
            <a:ext cx="191813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3A00240-63FC-E04B-8B11-BEF724A21A36}"/>
              </a:ext>
            </a:extLst>
          </p:cNvPr>
          <p:cNvSpPr/>
          <p:nvPr/>
        </p:nvSpPr>
        <p:spPr>
          <a:xfrm>
            <a:off x="9207059" y="3669455"/>
            <a:ext cx="1182412" cy="6636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Workspace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7712339-5C5F-8444-9B82-9656E1CC2487}"/>
              </a:ext>
            </a:extLst>
          </p:cNvPr>
          <p:cNvCxnSpPr>
            <a:stCxn id="38" idx="2"/>
            <a:endCxn id="44" idx="0"/>
          </p:cNvCxnSpPr>
          <p:nvPr/>
        </p:nvCxnSpPr>
        <p:spPr>
          <a:xfrm>
            <a:off x="9798265" y="2614662"/>
            <a:ext cx="0" cy="1054793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27D9752-79E5-184A-B575-C9BDC67A521B}"/>
              </a:ext>
            </a:extLst>
          </p:cNvPr>
          <p:cNvCxnSpPr>
            <a:cxnSpLocks/>
            <a:stCxn id="39" idx="2"/>
            <a:endCxn id="42" idx="0"/>
          </p:cNvCxnSpPr>
          <p:nvPr/>
        </p:nvCxnSpPr>
        <p:spPr>
          <a:xfrm>
            <a:off x="11232927" y="2614661"/>
            <a:ext cx="0" cy="105479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4F41839-317E-9A44-8908-C039B410E008}"/>
              </a:ext>
            </a:extLst>
          </p:cNvPr>
          <p:cNvSpPr txBox="1"/>
          <p:nvPr/>
        </p:nvSpPr>
        <p:spPr>
          <a:xfrm>
            <a:off x="9882179" y="2764083"/>
            <a:ext cx="598241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dirty="0"/>
              <a:t>clone</a:t>
            </a:r>
          </a:p>
        </p:txBody>
      </p:sp>
    </p:spTree>
    <p:extLst>
      <p:ext uri="{BB962C8B-B14F-4D97-AF65-F5344CB8AC3E}">
        <p14:creationId xmlns:p14="http://schemas.microsoft.com/office/powerpoint/2010/main" val="869362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E9625-AD4A-7D41-BDAE-C4A7326F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CatML</a:t>
            </a:r>
            <a:r>
              <a:rPr lang="en-US" dirty="0"/>
              <a:t> Assistant: UX/UI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D9E6-3254-3A4E-BC28-693F7BEC1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Theories</a:t>
            </a:r>
          </a:p>
          <a:p>
            <a:pPr lvl="1"/>
            <a:r>
              <a:rPr lang="en-US" sz="2000" dirty="0"/>
              <a:t>Browse, Filter, Search</a:t>
            </a:r>
          </a:p>
          <a:p>
            <a:pPr lvl="1"/>
            <a:r>
              <a:rPr lang="en-US" sz="2000" dirty="0"/>
              <a:t>Add, Edit, Delete</a:t>
            </a:r>
          </a:p>
          <a:p>
            <a:pPr lvl="1"/>
            <a:r>
              <a:rPr lang="en-US" sz="2000" dirty="0"/>
              <a:t>Extend</a:t>
            </a:r>
          </a:p>
          <a:p>
            <a:r>
              <a:rPr lang="en-US" sz="2400" dirty="0"/>
              <a:t>Syntax</a:t>
            </a:r>
          </a:p>
          <a:p>
            <a:pPr lvl="1"/>
            <a:r>
              <a:rPr lang="en-US" sz="2000" dirty="0"/>
              <a:t>Add, Edit, Delete</a:t>
            </a:r>
          </a:p>
          <a:p>
            <a:r>
              <a:rPr lang="en-US" sz="2400" dirty="0"/>
              <a:t>Meta Models</a:t>
            </a:r>
          </a:p>
          <a:p>
            <a:pPr lvl="1"/>
            <a:r>
              <a:rPr lang="en-US" sz="2000" dirty="0"/>
              <a:t>Add, Edit, Delete</a:t>
            </a:r>
          </a:p>
          <a:p>
            <a:pPr lvl="1"/>
            <a:r>
              <a:rPr lang="en-US" sz="2000" dirty="0"/>
              <a:t>Extend</a:t>
            </a:r>
          </a:p>
          <a:p>
            <a:r>
              <a:rPr lang="en-US" sz="2400" dirty="0"/>
              <a:t>Models</a:t>
            </a:r>
          </a:p>
          <a:p>
            <a:pPr lvl="1"/>
            <a:r>
              <a:rPr lang="en-US" sz="2000" dirty="0"/>
              <a:t>Add, Edit, Delete</a:t>
            </a:r>
          </a:p>
          <a:p>
            <a:pPr lvl="1"/>
            <a:r>
              <a:rPr lang="en-US" sz="2000" dirty="0"/>
              <a:t>Clone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922E0C-7B02-E740-8070-89AC7DB3A521}"/>
              </a:ext>
            </a:extLst>
          </p:cNvPr>
          <p:cNvGrpSpPr/>
          <p:nvPr/>
        </p:nvGrpSpPr>
        <p:grpSpPr>
          <a:xfrm>
            <a:off x="5217405" y="2079460"/>
            <a:ext cx="6136395" cy="3843667"/>
            <a:chOff x="3412475" y="1746648"/>
            <a:chExt cx="8210320" cy="443031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CF2354D-F35C-0749-A254-DB4A53B04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2475" y="1746652"/>
              <a:ext cx="3108363" cy="4430311"/>
            </a:xfrm>
            <a:prstGeom prst="rect">
              <a:avLst/>
            </a:prstGeom>
            <a:ln>
              <a:solidFill>
                <a:schemeClr val="tx1"/>
              </a:solidFill>
            </a:ln>
            <a:effectLst/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390039E-7C4F-6F45-8E97-1F2CAA9BB7B7}"/>
                </a:ext>
              </a:extLst>
            </p:cNvPr>
            <p:cNvSpPr/>
            <p:nvPr/>
          </p:nvSpPr>
          <p:spPr>
            <a:xfrm>
              <a:off x="3412475" y="5629618"/>
              <a:ext cx="3108362" cy="231355"/>
            </a:xfrm>
            <a:prstGeom prst="rect">
              <a:avLst/>
            </a:prstGeom>
            <a:solidFill>
              <a:schemeClr val="accent2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F62B5E-3150-8745-B6F3-21EF3FC80EF9}"/>
                </a:ext>
              </a:extLst>
            </p:cNvPr>
            <p:cNvSpPr/>
            <p:nvPr/>
          </p:nvSpPr>
          <p:spPr>
            <a:xfrm>
              <a:off x="6520838" y="2126253"/>
              <a:ext cx="5101957" cy="4050708"/>
            </a:xfrm>
            <a:prstGeom prst="rect">
              <a:avLst/>
            </a:prstGeom>
            <a:solidFill>
              <a:srgbClr val="161A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B385D9-A990-4040-AC31-01FA8A833EB5}"/>
                </a:ext>
              </a:extLst>
            </p:cNvPr>
            <p:cNvSpPr/>
            <p:nvPr/>
          </p:nvSpPr>
          <p:spPr>
            <a:xfrm>
              <a:off x="6520838" y="1746656"/>
              <a:ext cx="5101957" cy="379599"/>
            </a:xfrm>
            <a:prstGeom prst="rect">
              <a:avLst/>
            </a:prstGeom>
            <a:solidFill>
              <a:srgbClr val="161A1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atin typeface="Comfortaa Light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73BD560-7B53-674C-B6E5-C3FC619C6613}"/>
                </a:ext>
              </a:extLst>
            </p:cNvPr>
            <p:cNvSpPr/>
            <p:nvPr/>
          </p:nvSpPr>
          <p:spPr>
            <a:xfrm>
              <a:off x="6520837" y="1746648"/>
              <a:ext cx="1213004" cy="379603"/>
            </a:xfrm>
            <a:prstGeom prst="rect">
              <a:avLst/>
            </a:prstGeom>
            <a:solidFill>
              <a:srgbClr val="1E24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Comfortaa Light" pitchFamily="2" charset="0"/>
                </a:rPr>
                <a:t>Theory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979016-A907-A84A-B294-FF521AEB5B56}"/>
                </a:ext>
              </a:extLst>
            </p:cNvPr>
            <p:cNvSpPr/>
            <p:nvPr/>
          </p:nvSpPr>
          <p:spPr>
            <a:xfrm>
              <a:off x="10409791" y="1746648"/>
              <a:ext cx="1213004" cy="379603"/>
            </a:xfrm>
            <a:prstGeom prst="rect">
              <a:avLst/>
            </a:prstGeom>
            <a:solidFill>
              <a:srgbClr val="262E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rgbClr val="FF7E1C"/>
                  </a:solidFill>
                  <a:latin typeface="Comfortaa Light" pitchFamily="2" charset="0"/>
                </a:rPr>
                <a:t>Models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EAF6DCD-6E0E-D845-AC3B-9E81DD247E9F}"/>
                </a:ext>
              </a:extLst>
            </p:cNvPr>
            <p:cNvSpPr/>
            <p:nvPr/>
          </p:nvSpPr>
          <p:spPr>
            <a:xfrm>
              <a:off x="9113473" y="1746652"/>
              <a:ext cx="1213004" cy="379603"/>
            </a:xfrm>
            <a:prstGeom prst="rect">
              <a:avLst/>
            </a:prstGeom>
            <a:solidFill>
              <a:srgbClr val="1E24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Comfortaa Light" pitchFamily="2" charset="0"/>
                </a:rPr>
                <a:t>Meta Models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5FC035-19FB-C24A-98B3-BC8A67317089}"/>
                </a:ext>
              </a:extLst>
            </p:cNvPr>
            <p:cNvSpPr/>
            <p:nvPr/>
          </p:nvSpPr>
          <p:spPr>
            <a:xfrm>
              <a:off x="7817155" y="1746652"/>
              <a:ext cx="1213004" cy="379603"/>
            </a:xfrm>
            <a:prstGeom prst="rect">
              <a:avLst/>
            </a:prstGeom>
            <a:solidFill>
              <a:srgbClr val="1E24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latin typeface="Comfortaa Light" pitchFamily="2" charset="0"/>
                </a:rPr>
                <a:t>Syntax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3152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CE5-0C57-FD4B-9BA5-C58A8976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Functorially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C4E9-C712-A345-9264-F3F0ABC0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in one context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Src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Model in another context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Tgt</a:t>
            </a:r>
            <a:r>
              <a:rPr lang="en-US" dirty="0"/>
              <a:t> to map from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Src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Define the two maps: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Ob</a:t>
            </a:r>
            <a:r>
              <a:rPr lang="en-US" dirty="0"/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Src</a:t>
            </a:r>
            <a:r>
              <a:rPr lang="en-US" dirty="0"/>
              <a:t>) ↦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Ob</a:t>
            </a:r>
            <a:r>
              <a:rPr lang="en-US" dirty="0"/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Tgt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Hom</a:t>
            </a:r>
            <a:r>
              <a:rPr lang="en-US" dirty="0"/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Src</a:t>
            </a:r>
            <a:r>
              <a:rPr lang="en-US" dirty="0"/>
              <a:t>) ↦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Hom</a:t>
            </a:r>
            <a:r>
              <a:rPr lang="en-US" dirty="0"/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Tgt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58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CE5-0C57-FD4B-9BA5-C58A8976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Functors in 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C4E9-C712-A345-9264-F3F0ABC0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functor is completely determined by its action on the </a:t>
            </a:r>
            <a:r>
              <a:rPr lang="en-US" dirty="0">
                <a:solidFill>
                  <a:schemeClr val="bg1"/>
                </a:solidFill>
              </a:rPr>
              <a:t>generators</a:t>
            </a:r>
          </a:p>
          <a:p>
            <a:r>
              <a:rPr lang="en-US" dirty="0"/>
              <a:t>There are several ways to specify this mapping:</a:t>
            </a:r>
          </a:p>
          <a:p>
            <a:pPr lvl="1"/>
            <a:r>
              <a:rPr lang="en-US" dirty="0"/>
              <a:t>Specify a Q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Kind</a:t>
            </a:r>
            <a:r>
              <a:rPr lang="en-US" dirty="0"/>
              <a:t> for each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Ob</a:t>
            </a:r>
          </a:p>
          <a:p>
            <a:pPr lvl="1"/>
            <a:r>
              <a:rPr lang="en-US" dirty="0"/>
              <a:t>Explicitly map each generator term to a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Kind</a:t>
            </a:r>
            <a:r>
              <a:rPr lang="en-US" dirty="0"/>
              <a:t> instance value</a:t>
            </a:r>
          </a:p>
          <a:p>
            <a:pPr lvl="1"/>
            <a:r>
              <a:rPr lang="en-US" dirty="0"/>
              <a:t>For each GAT type (e.g., object and morphism), specify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function</a:t>
            </a:r>
            <a:r>
              <a:rPr lang="en-US" dirty="0"/>
              <a:t> mapping generator terms of that to an instance value, using the `terms` dictionary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63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DD9A75-A59D-5646-A0C8-B5E74485BC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44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1"/>
            <a:ext cx="7315200" cy="6857999"/>
          </a:xfrm>
          <a:solidFill>
            <a:schemeClr val="bg1">
              <a:alpha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@theory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id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compose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assoc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unital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aliases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→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•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 =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Service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Function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}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addTheory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CategoryWS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createWorkspace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3317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CE5-0C57-FD4B-9BA5-C58A8976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GAT</a:t>
            </a:r>
            <a:r>
              <a:rPr lang="en-US" i="1" dirty="0" err="1">
                <a:latin typeface="Optima" panose="02000503060000020004" pitchFamily="2" charset="0"/>
              </a:rPr>
              <a:t>→</a:t>
            </a:r>
            <a:r>
              <a:rPr lang="en-US" dirty="0" err="1"/>
              <a:t>QSvc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DD69802-D637-004C-8668-20390B7DD6A3}"/>
              </a:ext>
            </a:extLst>
          </p:cNvPr>
          <p:cNvGrpSpPr/>
          <p:nvPr/>
        </p:nvGrpSpPr>
        <p:grpSpPr>
          <a:xfrm>
            <a:off x="838200" y="2551837"/>
            <a:ext cx="10515600" cy="1754326"/>
            <a:chOff x="838200" y="1694090"/>
            <a:chExt cx="10515600" cy="175432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EBC93E-3109-7B4A-ACA9-0134BB83EB32}"/>
                </a:ext>
              </a:extLst>
            </p:cNvPr>
            <p:cNvSpPr/>
            <p:nvPr/>
          </p:nvSpPr>
          <p:spPr>
            <a:xfrm>
              <a:off x="838200" y="1694090"/>
              <a:ext cx="3544389" cy="1754326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@theory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FF7E1C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Category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{ 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types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Ob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 err="1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Hom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},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terms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id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compose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},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axioms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 err="1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assoc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unital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},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aliases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→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•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</a:t>
              </a:r>
            </a:p>
            <a:p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5E8DD8-41E2-EA43-BBB2-7E10606F5B5E}"/>
                </a:ext>
              </a:extLst>
            </p:cNvPr>
            <p:cNvSpPr/>
            <p:nvPr/>
          </p:nvSpPr>
          <p:spPr>
            <a:xfrm>
              <a:off x="7809411" y="1694090"/>
              <a:ext cx="3544389" cy="1754326"/>
            </a:xfrm>
            <a:prstGeom prst="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@service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FF7E1C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Category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{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kinds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Ob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 err="1">
                  <a:solidFill>
                    <a:srgbClr val="00B0F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Hom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},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</a:t>
              </a:r>
              <a:r>
                <a:rPr lang="en-US" dirty="0" err="1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fns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: {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id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compose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      </a:t>
              </a:r>
              <a:r>
                <a:rPr lang="en-US" dirty="0" err="1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assoc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unital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</a:t>
              </a:r>
            </a:p>
            <a:p>
              <a:r>
                <a:rPr lang="en-US" dirty="0">
                  <a:solidFill>
                    <a:srgbClr val="FFFFFF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       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→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, </a:t>
              </a:r>
              <a:r>
                <a:rPr lang="en-US" dirty="0">
                  <a:solidFill>
                    <a:srgbClr val="00B050"/>
                  </a:solidFill>
                  <a:latin typeface="3270-MEDIUM" panose="02000609000000000000" pitchFamily="49" charset="77"/>
                  <a:ea typeface="3270-MEDIUM" panose="02000609000000000000" pitchFamily="49" charset="77"/>
                </a:rPr>
                <a:t>•</a:t>
              </a:r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</a:t>
              </a:r>
            </a:p>
            <a:p>
              <a:r>
                <a:rPr lang="en-US" dirty="0">
                  <a:latin typeface="3270-MEDIUM" panose="02000609000000000000" pitchFamily="49" charset="77"/>
                  <a:ea typeface="3270-MEDIUM" panose="02000609000000000000" pitchFamily="49" charset="77"/>
                </a:rPr>
                <a:t>}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E9177B2-F103-0448-8213-FBC770A842E8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4382589" y="2571253"/>
              <a:ext cx="3426822" cy="0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695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2914ED-AC6C-0C45-98E9-156293BD5D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824" r="2095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80" y="0"/>
            <a:ext cx="7315200" cy="6858001"/>
          </a:xfrm>
          <a:solidFill>
            <a:schemeClr val="bg1">
              <a:alpha val="50000"/>
            </a:schemeClr>
          </a:solidFill>
        </p:spPr>
        <p:txBody>
          <a:bodyPr vert="horz" lIns="45720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@theory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scompose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sassoc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sunital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 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addTheory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Schema, 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SchemaWS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cloneWorkspace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addKindsAndFns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addKG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6477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CE5-0C57-FD4B-9BA5-C58A8976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GAT</a:t>
            </a:r>
            <a:r>
              <a:rPr lang="en-US" i="1" dirty="0" err="1">
                <a:latin typeface="Optima" panose="02000503060000020004" pitchFamily="2" charset="0"/>
              </a:rPr>
              <a:t>→</a:t>
            </a:r>
            <a:r>
              <a:rPr lang="en-US" dirty="0" err="1"/>
              <a:t>QSvc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BC93E-3109-7B4A-ACA9-0134BB83EB32}"/>
              </a:ext>
            </a:extLst>
          </p:cNvPr>
          <p:cNvSpPr/>
          <p:nvPr/>
        </p:nvSpPr>
        <p:spPr>
          <a:xfrm>
            <a:off x="838200" y="1832589"/>
            <a:ext cx="3783864" cy="147732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@theory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&lt;: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scompose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sassoc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sunital</a:t>
            </a:r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latin typeface="3270-MEDIUM" panose="02000609000000000000" pitchFamily="49" charset="77"/>
                <a:ea typeface="3270-MEDIUM" panose="02000609000000000000" pitchFamily="49" charset="77"/>
              </a:rPr>
              <a:t>}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E8DD8-41E2-EA43-BBB2-7E10606F5B5E}"/>
              </a:ext>
            </a:extLst>
          </p:cNvPr>
          <p:cNvSpPr/>
          <p:nvPr/>
        </p:nvSpPr>
        <p:spPr>
          <a:xfrm>
            <a:off x="7064835" y="1413689"/>
            <a:ext cx="4288966" cy="230832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@service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{…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.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{…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.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id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compose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assoc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unital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→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•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07C41-380E-534C-A25A-3942990DF328}"/>
              </a:ext>
            </a:extLst>
          </p:cNvPr>
          <p:cNvSpPr/>
          <p:nvPr/>
        </p:nvSpPr>
        <p:spPr>
          <a:xfrm>
            <a:off x="4323805" y="4466839"/>
            <a:ext cx="3544389" cy="175432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@functor 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GATToQSvc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{{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}}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aliases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}}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9177B2-F103-0448-8213-FBC770A842E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622064" y="2567851"/>
            <a:ext cx="2442771" cy="340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406307-EF38-264F-B5B1-DAC64C570F7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6000" y="2567851"/>
            <a:ext cx="0" cy="1898988"/>
          </a:xfrm>
          <a:prstGeom prst="line">
            <a:avLst/>
          </a:prstGeom>
          <a:ln w="571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07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4C9F58-3911-444C-A022-5C2A86DC87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4446" b="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80" y="1"/>
            <a:ext cx="7315200" cy="6857999"/>
          </a:xfrm>
          <a:solidFill>
            <a:schemeClr val="bg1">
              <a:alpha val="50000"/>
            </a:schemeClr>
          </a:solidFill>
        </p:spPr>
        <p:txBody>
          <a:bodyPr vert="horz" lIns="45720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@present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V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src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V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tgt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V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GraphSchemaWS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cloneWorkspace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addKindsAndFns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addKG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5558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1CE5-0C57-FD4B-9BA5-C58A8976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GAT</a:t>
            </a:r>
            <a:r>
              <a:rPr lang="en-US" i="1" dirty="0" err="1">
                <a:latin typeface="Optima" panose="02000503060000020004" pitchFamily="2" charset="0"/>
              </a:rPr>
              <a:t>→</a:t>
            </a:r>
            <a:r>
              <a:rPr lang="en-US" dirty="0" err="1"/>
              <a:t>QSvc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EBC93E-3109-7B4A-ACA9-0134BB83EB32}"/>
              </a:ext>
            </a:extLst>
          </p:cNvPr>
          <p:cNvSpPr/>
          <p:nvPr/>
        </p:nvSpPr>
        <p:spPr>
          <a:xfrm>
            <a:off x="838200" y="1832589"/>
            <a:ext cx="3783864" cy="1477328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@theory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scompose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sassoc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sunital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E8DD8-41E2-EA43-BBB2-7E10606F5B5E}"/>
              </a:ext>
            </a:extLst>
          </p:cNvPr>
          <p:cNvSpPr/>
          <p:nvPr/>
        </p:nvSpPr>
        <p:spPr>
          <a:xfrm>
            <a:off x="7064835" y="1413689"/>
            <a:ext cx="4288966" cy="230832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@service </a:t>
            </a:r>
            <a:r>
              <a:rPr lang="en-US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Schema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{…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.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{…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.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id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compose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assoc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unital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→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•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07C41-380E-534C-A25A-3942990DF328}"/>
              </a:ext>
            </a:extLst>
          </p:cNvPr>
          <p:cNvSpPr/>
          <p:nvPr/>
        </p:nvSpPr>
        <p:spPr>
          <a:xfrm>
            <a:off x="4323805" y="4466839"/>
            <a:ext cx="3544389" cy="175432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571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@functor </a:t>
            </a:r>
            <a:r>
              <a:rPr lang="en-US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GATToQSvc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{{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types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kinds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}} 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 {{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terms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axioms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},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      {</a:t>
            </a:r>
            <a:r>
              <a:rPr lang="en-US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aliases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fns</a:t>
            </a:r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}}</a:t>
            </a:r>
          </a:p>
          <a:p>
            <a:r>
              <a:rPr lang="en-US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9177B2-F103-0448-8213-FBC770A842E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622064" y="2567851"/>
            <a:ext cx="2442771" cy="340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406307-EF38-264F-B5B1-DAC64C570F76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096000" y="2567851"/>
            <a:ext cx="0" cy="1898988"/>
          </a:xfrm>
          <a:prstGeom prst="line">
            <a:avLst/>
          </a:prstGeom>
          <a:ln w="5715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681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4C9F58-3911-444C-A022-5C2A86DC87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r="4446" b="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2"/>
            <a:ext cx="7315200" cy="6857998"/>
          </a:xfrm>
          <a:solidFill>
            <a:schemeClr val="bg1">
              <a:alpha val="50000"/>
            </a:schemeClr>
          </a:solidFill>
        </p:spPr>
        <p:txBody>
          <a:bodyPr lIns="45720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@present </a:t>
            </a:r>
            <a:r>
              <a:rPr lang="en-US" sz="21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PropertyGraph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sz="21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Data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1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vprops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V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1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eprops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Attr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PropertyGraph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PropertyGraphWS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cloneWorkspace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GraphSchema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addKindsAndFns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PropertyGraphWS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PropertÿGraph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addKG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PropertyGraphSchemaWS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PropertÿGraph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endParaRPr lang="en-US" sz="2000" i="1" dirty="0">
              <a:solidFill>
                <a:srgbClr val="FFFFFF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78750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C4397-9784-1643-8FE7-35D31D42A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542" b="112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80" y="0"/>
            <a:ext cx="7315200" cy="6858001"/>
          </a:xfrm>
          <a:solidFill>
            <a:schemeClr val="bg1">
              <a:alpha val="50000"/>
            </a:schemeClr>
          </a:solidFill>
        </p:spPr>
        <p:txBody>
          <a:bodyPr lIns="45720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@instance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MatrixDomain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endParaRPr lang="en-US" sz="2000" dirty="0">
              <a:solidFill>
                <a:srgbClr val="00B0F0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id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endParaRPr lang="en-US" sz="2000" dirty="0">
              <a:solidFill>
                <a:srgbClr val="FFFFFF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compose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endParaRPr lang="en-US" sz="2000" dirty="0">
              <a:solidFill>
                <a:srgbClr val="FFFFFF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addCategory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MatrixWS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cloneWorkspace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Category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renameKinds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MatrixWS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8805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C4397-9784-1643-8FE7-35D31D42A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542" b="112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80" y="0"/>
            <a:ext cx="7315200" cy="6858001"/>
          </a:xfrm>
          <a:solidFill>
            <a:schemeClr val="bg1">
              <a:alpha val="50000"/>
            </a:schemeClr>
          </a:solidFill>
        </p:spPr>
        <p:txBody>
          <a:bodyPr lIns="45720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@program </a:t>
            </a:r>
            <a:r>
              <a:rPr lang="en-US" sz="20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TestMatrix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sz="2000" dirty="0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Matrix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 [[0,1][-1,0]]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@test </a:t>
            </a:r>
            <a:r>
              <a:rPr lang="en-US" sz="20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size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 1)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== 2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@test 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eltype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== num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 @test </a:t>
            </a:r>
            <a:r>
              <a:rPr lang="en-US" sz="2000" dirty="0" err="1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dom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  <a:r>
              <a:rPr lang="en-US" sz="20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== </a:t>
            </a:r>
            <a:r>
              <a:rPr lang="en-US" sz="2000" dirty="0" err="1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MatDom</a:t>
            </a: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(num,2)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1334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C4397-9784-1643-8FE7-35D31D42AF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542" b="112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17CB3-160F-954A-A69E-81608555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US" sz="4000" dirty="0">
                <a:ln w="22225">
                  <a:solidFill>
                    <a:srgbClr val="FFFFFF"/>
                  </a:solidFill>
                </a:ln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61371-CB50-8C46-8FFD-45BC299F3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0" y="0"/>
            <a:ext cx="7315200" cy="6858000"/>
          </a:xfrm>
          <a:solidFill>
            <a:schemeClr val="bg1">
              <a:alpha val="50000"/>
            </a:schemeClr>
          </a:solidFill>
        </p:spPr>
        <p:txBody>
          <a:bodyPr lIns="45720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@present </a:t>
            </a:r>
            <a:r>
              <a:rPr lang="en-US" sz="21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TrigFunctions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 &lt;: </a:t>
            </a:r>
            <a:r>
              <a:rPr lang="en-US" sz="2100" dirty="0" err="1">
                <a:solidFill>
                  <a:srgbClr val="FF7E1C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FreeCartesianCategory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{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   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Ob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   </a:t>
            </a:r>
            <a:r>
              <a:rPr lang="en-US" sz="21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sin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   </a:t>
            </a:r>
            <a:r>
              <a:rPr lang="en-US" sz="21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cos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   (</a:t>
            </a:r>
            <a:r>
              <a:rPr lang="en-US" sz="21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+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otimes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    (</a:t>
            </a:r>
            <a:r>
              <a:rPr lang="en-US" sz="2100" dirty="0">
                <a:solidFill>
                  <a:srgbClr val="00B05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*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)::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Hom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 err="1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otimes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(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),</a:t>
            </a:r>
            <a:r>
              <a:rPr lang="en-US" sz="2100" dirty="0">
                <a:solidFill>
                  <a:srgbClr val="00B0F0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R</a:t>
            </a: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)</a:t>
            </a:r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}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latin typeface="3270-MEDIUM" panose="02000609000000000000" pitchFamily="49" charset="77"/>
              <a:ea typeface="3270-MEDIUM" panose="02000609000000000000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417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BCA79-8BAC-F240-B90D-9081A557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Wiring Diagram to Function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9867-9E5D-1248-819D-CE5AC7DEE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wiring diagrams are an instance of a </a:t>
            </a:r>
            <a:r>
              <a:rPr lang="en-US" dirty="0" err="1"/>
              <a:t>SymmetricMonoidalCategory</a:t>
            </a:r>
            <a:endParaRPr lang="en-US" dirty="0"/>
          </a:p>
          <a:p>
            <a:r>
              <a:rPr lang="en-US" dirty="0" err="1"/>
              <a:t>WiringDiagram</a:t>
            </a:r>
            <a:r>
              <a:rPr lang="en-US" dirty="0"/>
              <a:t> = </a:t>
            </a:r>
            <a:r>
              <a:rPr lang="en-US" dirty="0" err="1"/>
              <a:t>FunctionGraph</a:t>
            </a:r>
            <a:endParaRPr lang="en-US" dirty="0"/>
          </a:p>
          <a:p>
            <a:pPr lvl="1"/>
            <a:r>
              <a:rPr lang="en-US" dirty="0"/>
              <a:t>Box = Function</a:t>
            </a:r>
          </a:p>
          <a:p>
            <a:pPr lvl="1"/>
            <a:r>
              <a:rPr lang="en-US" dirty="0"/>
              <a:t>Wire = Input/Output link</a:t>
            </a:r>
          </a:p>
          <a:p>
            <a:r>
              <a:rPr lang="en-US" dirty="0"/>
              <a:t>compose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70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2E41AD-1653-BF4B-97A4-8D717C057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C30E3B5-FFFC-2142-8765-E0B08921C2E3}"/>
              </a:ext>
            </a:extLst>
          </p:cNvPr>
          <p:cNvSpPr txBox="1"/>
          <p:nvPr/>
        </p:nvSpPr>
        <p:spPr>
          <a:xfrm rot="20488113">
            <a:off x="7441960" y="4890701"/>
            <a:ext cx="2159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663964"/>
                </a:solidFill>
                <a:latin typeface="3270-MEDIUM" panose="02000609000000000000" pitchFamily="49" charset="77"/>
                <a:ea typeface="3270-MEDIUM" panose="02000609000000000000" pitchFamily="49" charset="77"/>
              </a:rPr>
              <a:t>informal</a:t>
            </a:r>
          </a:p>
        </p:txBody>
      </p:sp>
    </p:spTree>
    <p:extLst>
      <p:ext uri="{BB962C8B-B14F-4D97-AF65-F5344CB8AC3E}">
        <p14:creationId xmlns:p14="http://schemas.microsoft.com/office/powerpoint/2010/main" val="20253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4B97E2-1F51-7E4C-BFEF-CDE86D98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F2E4F-E6BD-624D-BA22-E584456F2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Monoid </a:t>
            </a:r>
            <a:r>
              <a:rPr lang="en-US" dirty="0">
                <a:solidFill>
                  <a:srgbClr val="24598E"/>
                </a:solidFill>
              </a:rPr>
              <a:t>A</a:t>
            </a:r>
          </a:p>
          <a:p>
            <a:pPr lvl="1"/>
            <a:r>
              <a:rPr lang="en-US" i="1" dirty="0">
                <a:solidFill>
                  <a:srgbClr val="24598E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A</a:t>
            </a:r>
            <a:r>
              <a:rPr lang="en-US" i="1" dirty="0">
                <a:latin typeface="Optima" panose="02000503060000020004" pitchFamily="2" charset="0"/>
                <a:ea typeface="3270-MEDIUM" panose="02000609000000000000" pitchFamily="49" charset="77"/>
              </a:rPr>
              <a:t> = 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A</a:t>
            </a:r>
            <a:r>
              <a:rPr lang="en-US" i="1" dirty="0">
                <a:latin typeface="Optima" panose="02000503060000020004" pitchFamily="2" charset="0"/>
                <a:ea typeface="3270-MEDIUM" panose="02000609000000000000" pitchFamily="49" charset="77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*</a:t>
            </a:r>
            <a:r>
              <a:rPr lang="en-US" i="1" dirty="0">
                <a:latin typeface="Optima" panose="02000503060000020004" pitchFamily="2" charset="0"/>
                <a:ea typeface="3270-MEDIUM" panose="02000609000000000000" pitchFamily="49" charset="77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e</a:t>
            </a:r>
            <a:r>
              <a:rPr lang="en-US" i="1" dirty="0">
                <a:latin typeface="Optima" panose="02000503060000020004" pitchFamily="2" charset="0"/>
                <a:ea typeface="3270-MEDIUM" panose="02000609000000000000" pitchFamily="49" charset="77"/>
              </a:rPr>
              <a:t>)</a:t>
            </a:r>
          </a:p>
          <a:p>
            <a:pPr lvl="1"/>
            <a:r>
              <a:rPr lang="en-US" dirty="0"/>
              <a:t>set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A</a:t>
            </a:r>
          </a:p>
          <a:p>
            <a:pPr lvl="1"/>
            <a:r>
              <a:rPr lang="en-US" dirty="0"/>
              <a:t>multiplication operation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*</a:t>
            </a:r>
          </a:p>
          <a:p>
            <a:pPr lvl="1"/>
            <a:r>
              <a:rPr lang="en-US" dirty="0"/>
              <a:t>unit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e</a:t>
            </a:r>
          </a:p>
          <a:p>
            <a:r>
              <a:rPr lang="en-US" dirty="0"/>
              <a:t>Category </a:t>
            </a:r>
            <a:r>
              <a:rPr lang="en-US" dirty="0">
                <a:solidFill>
                  <a:srgbClr val="24598E"/>
                </a:solidFill>
              </a:rPr>
              <a:t>A</a:t>
            </a:r>
            <a:r>
              <a:rPr lang="en-US" dirty="0"/>
              <a:t> with one object </a:t>
            </a:r>
            <a:r>
              <a:rPr lang="en-US" dirty="0">
                <a:solidFill>
                  <a:srgbClr val="00B050"/>
                </a:solidFill>
              </a:rPr>
              <a:t>•</a:t>
            </a:r>
          </a:p>
          <a:p>
            <a:pPr lvl="1"/>
            <a:r>
              <a:rPr lang="en-US" i="1" dirty="0">
                <a:solidFill>
                  <a:srgbClr val="24598E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 =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)</a:t>
            </a:r>
          </a:p>
          <a:p>
            <a:pPr lvl="1"/>
            <a:r>
              <a:rPr lang="en-US" dirty="0">
                <a:latin typeface="Optima" panose="02000503060000020004" pitchFamily="2" charset="0"/>
              </a:rPr>
              <a:t>The </a:t>
            </a:r>
            <a:r>
              <a:rPr lang="en-US" dirty="0" err="1">
                <a:latin typeface="Optima" panose="02000503060000020004" pitchFamily="2" charset="0"/>
              </a:rPr>
              <a:t>homs</a:t>
            </a:r>
            <a:r>
              <a:rPr lang="en-US" dirty="0">
                <a:latin typeface="Optima" panose="02000503060000020004" pitchFamily="2" charset="0"/>
              </a:rPr>
              <a:t>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dirty="0">
                <a:latin typeface="Optima" panose="02000503060000020004" pitchFamily="2" charset="0"/>
              </a:rPr>
              <a:t> are from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dirty="0">
                <a:latin typeface="Optima" panose="02000503060000020004" pitchFamily="2" charset="0"/>
              </a:rPr>
              <a:t> to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endParaRPr lang="en-US" dirty="0">
              <a:latin typeface="Optima" panose="02000503060000020004" pitchFamily="2" charset="0"/>
            </a:endParaRPr>
          </a:p>
          <a:p>
            <a:pPr lvl="1"/>
            <a:r>
              <a:rPr lang="en-US" dirty="0"/>
              <a:t>unit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e</a:t>
            </a:r>
            <a:r>
              <a:rPr lang="en-US" dirty="0"/>
              <a:t> is identity</a:t>
            </a:r>
          </a:p>
          <a:p>
            <a:pPr lvl="1"/>
            <a:r>
              <a:rPr lang="en-US" dirty="0"/>
              <a:t>composition is multiplication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  <a:ea typeface="3270-MEDIUM" panose="02000609000000000000" pitchFamily="49" charset="77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619981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Functor 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: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 →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Set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B8778-7501-874E-A91C-6A84CF16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one object </a:t>
            </a:r>
            <a:r>
              <a:rPr lang="en-US" sz="4000" b="1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sz="3200" dirty="0"/>
              <a:t> of </a:t>
            </a:r>
            <a:r>
              <a:rPr lang="en-US" sz="4000" b="1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sz="3200" dirty="0"/>
              <a:t> will be some </a:t>
            </a:r>
            <a:r>
              <a:rPr lang="en-US" sz="4000" b="1" i="1" dirty="0">
                <a:solidFill>
                  <a:srgbClr val="00B050"/>
                </a:solidFill>
                <a:latin typeface="Optima" panose="02000503060000020004" pitchFamily="2" charset="0"/>
              </a:rPr>
              <a:t>set</a:t>
            </a:r>
            <a:r>
              <a:rPr lang="en-US" sz="3200" dirty="0"/>
              <a:t>:</a:t>
            </a:r>
          </a:p>
          <a:p>
            <a:pPr marL="0" lvl="0" indent="0" algn="ctr">
              <a:buNone/>
            </a:pPr>
            <a:endParaRPr lang="en-US" sz="4400" b="1" i="1" dirty="0">
              <a:solidFill>
                <a:srgbClr val="00B050"/>
              </a:solidFill>
              <a:latin typeface="Optima" panose="02000503060000020004" pitchFamily="2" charset="0"/>
            </a:endParaRPr>
          </a:p>
          <a:p>
            <a:pPr marL="0" lvl="0" indent="0" algn="ctr">
              <a:buNone/>
            </a:pP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s</a:t>
            </a:r>
            <a:r>
              <a:rPr lang="en-US" sz="4400" b="1" i="1" dirty="0">
                <a:latin typeface="Optima" panose="02000503060000020004" pitchFamily="2" charset="0"/>
              </a:rPr>
              <a:t> := 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sz="4400" b="1" i="1" dirty="0">
                <a:latin typeface="Optima" panose="02000503060000020004" pitchFamily="2" charset="0"/>
              </a:rPr>
              <a:t>(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sz="4400" b="1" i="1" dirty="0">
                <a:latin typeface="Optima" panose="02000503060000020004" pitchFamily="2" charset="0"/>
              </a:rPr>
              <a:t>)∈ 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4289008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Optima" panose="02000503060000020004" pitchFamily="2" charset="0"/>
              </a:rPr>
              <a:t>∀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∈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):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) →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B8778-7501-874E-A91C-6A84CF16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Each </a:t>
            </a:r>
            <a:r>
              <a:rPr lang="en-US" sz="4000" b="1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sz="3200" dirty="0"/>
              <a:t> of </a:t>
            </a:r>
            <a:r>
              <a:rPr lang="en-US" sz="4000" b="1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sz="3200" dirty="0"/>
              <a:t> is a morphism:</a:t>
            </a:r>
          </a:p>
          <a:p>
            <a:pPr marL="0" lvl="0" indent="0" algn="ctr">
              <a:buNone/>
            </a:pPr>
            <a:endParaRPr lang="en-US" sz="4400" b="1" i="1" dirty="0">
              <a:solidFill>
                <a:srgbClr val="00B050"/>
              </a:solidFill>
              <a:latin typeface="Optima" panose="02000503060000020004" pitchFamily="2" charset="0"/>
            </a:endParaRPr>
          </a:p>
          <a:p>
            <a:pPr marL="0" lvl="0" indent="0" algn="ctr">
              <a:buNone/>
            </a:pP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a </a:t>
            </a:r>
            <a:r>
              <a:rPr lang="en-US" sz="4400" b="1" i="1" dirty="0">
                <a:latin typeface="Optima" panose="02000503060000020004" pitchFamily="2" charset="0"/>
              </a:rPr>
              <a:t>:= 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• </a:t>
            </a:r>
            <a:r>
              <a:rPr lang="en-US" sz="4400" i="1" dirty="0">
                <a:latin typeface="Optima" panose="02000503060000020004" pitchFamily="2" charset="0"/>
              </a:rPr>
              <a:t>→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 •</a:t>
            </a:r>
          </a:p>
        </p:txBody>
      </p:sp>
    </p:spTree>
    <p:extLst>
      <p:ext uri="{BB962C8B-B14F-4D97-AF65-F5344CB8AC3E}">
        <p14:creationId xmlns:p14="http://schemas.microsoft.com/office/powerpoint/2010/main" val="692008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7E82B0-FA91-844A-BEC7-3251FE7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Optima" panose="02000503060000020004" pitchFamily="2" charset="0"/>
              </a:rPr>
              <a:t>∀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∈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,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a</a:t>
            </a:r>
            <a:r>
              <a:rPr lang="en-US" i="1" dirty="0">
                <a:latin typeface="Optima" panose="02000503060000020004" pitchFamily="2" charset="0"/>
              </a:rPr>
              <a:t>):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) → 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i="1" dirty="0">
                <a:latin typeface="Optima" panose="02000503060000020004" pitchFamily="2" charset="0"/>
              </a:rPr>
              <a:t>(</a:t>
            </a:r>
            <a:r>
              <a:rPr lang="en-US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i="1" dirty="0">
                <a:latin typeface="Optima" panose="02000503060000020004" pitchFamily="2" charset="0"/>
              </a:rPr>
              <a:t>)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4B8778-7501-874E-A91C-6A84CF167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And because each </a:t>
            </a:r>
            <a:r>
              <a:rPr lang="en-US" sz="3200" b="1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sz="3200" b="1" i="1" dirty="0">
                <a:latin typeface="Optima" panose="02000503060000020004" pitchFamily="2" charset="0"/>
              </a:rPr>
              <a:t>(</a:t>
            </a:r>
            <a:r>
              <a:rPr lang="en-US" sz="3200" b="1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sz="3200" b="1" i="1" dirty="0">
                <a:latin typeface="Optima" panose="02000503060000020004" pitchFamily="2" charset="0"/>
              </a:rPr>
              <a:t>)∈ </a:t>
            </a:r>
            <a:r>
              <a:rPr lang="en-US" sz="3200" b="1" i="1" dirty="0">
                <a:solidFill>
                  <a:srgbClr val="00B050"/>
                </a:solidFill>
                <a:latin typeface="Optima" panose="02000503060000020004" pitchFamily="2" charset="0"/>
              </a:rPr>
              <a:t>Set</a:t>
            </a:r>
            <a:r>
              <a:rPr lang="en-US" sz="3200" dirty="0"/>
              <a:t>:</a:t>
            </a:r>
            <a:endParaRPr lang="en-US" sz="3200" b="1" i="1" dirty="0">
              <a:solidFill>
                <a:srgbClr val="00B050"/>
              </a:solidFill>
              <a:latin typeface="Optima" panose="02000503060000020004" pitchFamily="2" charset="0"/>
            </a:endParaRPr>
          </a:p>
          <a:p>
            <a:pPr marL="0" indent="0">
              <a:buNone/>
            </a:pPr>
            <a:endParaRPr lang="en-US" sz="3200" dirty="0"/>
          </a:p>
          <a:p>
            <a:pPr marL="0" lvl="0" indent="0" algn="ctr">
              <a:buNone/>
            </a:pPr>
            <a:endParaRPr lang="en-US" sz="4400" b="1" i="1" dirty="0">
              <a:solidFill>
                <a:srgbClr val="00B050"/>
              </a:solidFill>
              <a:latin typeface="Optima" panose="02000503060000020004" pitchFamily="2" charset="0"/>
            </a:endParaRPr>
          </a:p>
          <a:p>
            <a:pPr marL="0" lvl="0" indent="0" algn="ctr">
              <a:buNone/>
            </a:pPr>
            <a:r>
              <a:rPr lang="en-US" sz="4400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sz="4400" i="1" dirty="0">
                <a:latin typeface="Optima" panose="02000503060000020004" pitchFamily="2" charset="0"/>
              </a:rPr>
              <a:t>(</a:t>
            </a:r>
            <a:r>
              <a:rPr lang="en-US" sz="4400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sz="4400" i="1" dirty="0">
                <a:latin typeface="Optima" panose="02000503060000020004" pitchFamily="2" charset="0"/>
              </a:rPr>
              <a:t>) → </a:t>
            </a:r>
            <a:r>
              <a:rPr lang="en-US" sz="4400" i="1" dirty="0">
                <a:solidFill>
                  <a:srgbClr val="00B050"/>
                </a:solidFill>
                <a:latin typeface="Optima" panose="02000503060000020004" pitchFamily="2" charset="0"/>
              </a:rPr>
              <a:t>T</a:t>
            </a:r>
            <a:r>
              <a:rPr lang="en-US" sz="4400" i="1" dirty="0">
                <a:latin typeface="Optima" panose="02000503060000020004" pitchFamily="2" charset="0"/>
              </a:rPr>
              <a:t>(</a:t>
            </a:r>
            <a:r>
              <a:rPr lang="en-US" sz="4400" i="1" dirty="0">
                <a:solidFill>
                  <a:srgbClr val="00B050"/>
                </a:solidFill>
                <a:latin typeface="Optima" panose="02000503060000020004" pitchFamily="2" charset="0"/>
              </a:rPr>
              <a:t>•</a:t>
            </a:r>
            <a:r>
              <a:rPr lang="en-US" sz="4400" i="1" dirty="0">
                <a:latin typeface="Optima" panose="02000503060000020004" pitchFamily="2" charset="0"/>
              </a:rPr>
              <a:t>)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 </a:t>
            </a:r>
            <a:r>
              <a:rPr lang="en-US" sz="4400" b="1" i="1" dirty="0">
                <a:latin typeface="Optima" panose="02000503060000020004" pitchFamily="2" charset="0"/>
              </a:rPr>
              <a:t>= 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Set </a:t>
            </a:r>
            <a:r>
              <a:rPr lang="en-US" sz="4400" i="1" dirty="0">
                <a:latin typeface="Optima" panose="02000503060000020004" pitchFamily="2" charset="0"/>
              </a:rPr>
              <a:t>→</a:t>
            </a:r>
            <a:r>
              <a:rPr lang="en-US" sz="4400" b="1" i="1" dirty="0">
                <a:solidFill>
                  <a:srgbClr val="00B050"/>
                </a:solidFill>
                <a:latin typeface="Optima" panose="02000503060000020004" pitchFamily="2" charset="0"/>
              </a:rPr>
              <a:t> Set</a:t>
            </a:r>
          </a:p>
        </p:txBody>
      </p:sp>
    </p:spTree>
    <p:extLst>
      <p:ext uri="{BB962C8B-B14F-4D97-AF65-F5344CB8AC3E}">
        <p14:creationId xmlns:p14="http://schemas.microsoft.com/office/powerpoint/2010/main" val="1303060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choice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6EAA47A-9868-684F-9A05-04A25BDB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310493"/>
            <a:ext cx="6192196" cy="2892879"/>
          </a:xfrm>
          <a:prstGeom prst="rect">
            <a:avLst/>
          </a:prstGeom>
        </p:spPr>
      </p:pic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It can only </a:t>
            </a:r>
            <a:r>
              <a:rPr lang="en-US" i="1" dirty="0"/>
              <a:t>pick</a:t>
            </a:r>
            <a:r>
              <a:rPr lang="en-US" dirty="0"/>
              <a:t> one object and one arrow.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2383970" y="1952624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BEB5C3-1537-7E4D-9CDB-93AB3A012861}"/>
              </a:ext>
            </a:extLst>
          </p:cNvPr>
          <p:cNvSpPr/>
          <p:nvPr/>
        </p:nvSpPr>
        <p:spPr>
          <a:xfrm>
            <a:off x="3358241" y="3601130"/>
            <a:ext cx="1948543" cy="1804307"/>
          </a:xfrm>
          <a:prstGeom prst="ellipse">
            <a:avLst/>
          </a:prstGeom>
          <a:solidFill>
            <a:schemeClr val="bg1">
              <a:lumMod val="95000"/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162388-B03B-894E-8976-6FAC2FE0584A}"/>
              </a:ext>
            </a:extLst>
          </p:cNvPr>
          <p:cNvCxnSpPr>
            <a:cxnSpLocks/>
          </p:cNvCxnSpPr>
          <p:nvPr/>
        </p:nvCxnSpPr>
        <p:spPr>
          <a:xfrm>
            <a:off x="3069771" y="3124200"/>
            <a:ext cx="1763486" cy="1132114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6F1B73A-6D7E-1E4C-9906-5E5A1D8EF43E}"/>
              </a:ext>
            </a:extLst>
          </p:cNvPr>
          <p:cNvCxnSpPr>
            <a:cxnSpLocks/>
          </p:cNvCxnSpPr>
          <p:nvPr/>
        </p:nvCxnSpPr>
        <p:spPr>
          <a:xfrm>
            <a:off x="3973286" y="3124200"/>
            <a:ext cx="0" cy="1034143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551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A49CC6-7310-DC40-ACB1-995E36159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48" y="1974396"/>
            <a:ext cx="6283780" cy="32570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functor is like </a:t>
            </a:r>
            <a:r>
              <a:rPr lang="en-US" i="1" dirty="0"/>
              <a:t>pair</a:t>
            </a:r>
            <a:endParaRPr lang="en-US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It can only </a:t>
            </a:r>
            <a:r>
              <a:rPr lang="en-US" i="1" dirty="0"/>
              <a:t>pick</a:t>
            </a:r>
            <a:r>
              <a:rPr lang="en-US" dirty="0"/>
              <a:t> two objects and two arrows.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778944D-B3D4-9F4B-8230-CD0D91E0FD37}"/>
              </a:ext>
            </a:extLst>
          </p:cNvPr>
          <p:cNvSpPr/>
          <p:nvPr/>
        </p:nvSpPr>
        <p:spPr>
          <a:xfrm>
            <a:off x="1144832" y="1796823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BEB5C3-1537-7E4D-9CDB-93AB3A012861}"/>
              </a:ext>
            </a:extLst>
          </p:cNvPr>
          <p:cNvSpPr/>
          <p:nvPr/>
        </p:nvSpPr>
        <p:spPr>
          <a:xfrm>
            <a:off x="3499755" y="1796822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D9DCB8-D4A3-7245-AAB2-0B433D4E17FE}"/>
              </a:ext>
            </a:extLst>
          </p:cNvPr>
          <p:cNvCxnSpPr>
            <a:cxnSpLocks/>
          </p:cNvCxnSpPr>
          <p:nvPr/>
        </p:nvCxnSpPr>
        <p:spPr>
          <a:xfrm>
            <a:off x="2819400" y="3004457"/>
            <a:ext cx="0" cy="1143000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915D89-271C-3D4A-A3E1-836D6C2FE0D3}"/>
              </a:ext>
            </a:extLst>
          </p:cNvPr>
          <p:cNvCxnSpPr>
            <a:cxnSpLocks/>
          </p:cNvCxnSpPr>
          <p:nvPr/>
        </p:nvCxnSpPr>
        <p:spPr>
          <a:xfrm>
            <a:off x="3962400" y="3004457"/>
            <a:ext cx="0" cy="1143000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517D749-4DDD-2D4C-9560-87740ABE9044}"/>
              </a:ext>
            </a:extLst>
          </p:cNvPr>
          <p:cNvCxnSpPr>
            <a:cxnSpLocks/>
          </p:cNvCxnSpPr>
          <p:nvPr/>
        </p:nvCxnSpPr>
        <p:spPr>
          <a:xfrm>
            <a:off x="5116285" y="3004457"/>
            <a:ext cx="0" cy="1143000"/>
          </a:xfrm>
          <a:prstGeom prst="straightConnector1">
            <a:avLst/>
          </a:prstGeom>
          <a:ln w="57150">
            <a:solidFill>
              <a:schemeClr val="accent1">
                <a:alpha val="37000"/>
              </a:schemeClr>
            </a:solidFill>
            <a:tailEnd type="triangle"/>
          </a:ln>
          <a:effectLst>
            <a:glow rad="88900">
              <a:schemeClr val="accent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93BF8E-FEF5-4646-A999-60A50250A803}"/>
              </a:ext>
            </a:extLst>
          </p:cNvPr>
          <p:cNvCxnSpPr>
            <a:cxnSpLocks/>
          </p:cNvCxnSpPr>
          <p:nvPr/>
        </p:nvCxnSpPr>
        <p:spPr>
          <a:xfrm>
            <a:off x="1458685" y="3004457"/>
            <a:ext cx="0" cy="1143000"/>
          </a:xfrm>
          <a:prstGeom prst="straightConnector1">
            <a:avLst/>
          </a:prstGeom>
          <a:ln w="57150">
            <a:solidFill>
              <a:srgbClr val="FF1B41">
                <a:alpha val="37000"/>
              </a:srgbClr>
            </a:solidFill>
            <a:tailEnd type="triangle"/>
          </a:ln>
          <a:effectLst>
            <a:glow rad="88900">
              <a:srgbClr val="FF1B41">
                <a:alpha val="18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485899E-2949-C64E-A864-CB7F1710E6DE}"/>
              </a:ext>
            </a:extLst>
          </p:cNvPr>
          <p:cNvSpPr/>
          <p:nvPr/>
        </p:nvSpPr>
        <p:spPr>
          <a:xfrm>
            <a:off x="1144832" y="3575957"/>
            <a:ext cx="1948543" cy="1804307"/>
          </a:xfrm>
          <a:prstGeom prst="ellipse">
            <a:avLst/>
          </a:prstGeom>
          <a:solidFill>
            <a:srgbClr val="FF004A">
              <a:alpha val="31000"/>
            </a:srgb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C4F652-990D-D342-A267-909E0E2532C6}"/>
              </a:ext>
            </a:extLst>
          </p:cNvPr>
          <p:cNvSpPr/>
          <p:nvPr/>
        </p:nvSpPr>
        <p:spPr>
          <a:xfrm>
            <a:off x="3499755" y="3604675"/>
            <a:ext cx="1948543" cy="1804307"/>
          </a:xfrm>
          <a:prstGeom prst="ellipse">
            <a:avLst/>
          </a:prstGeom>
          <a:solidFill>
            <a:schemeClr val="accent1">
              <a:alpha val="31000"/>
            </a:schemeClr>
          </a:soli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63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Sameness</a:t>
            </a:r>
            <a:r>
              <a:rPr lang="en-US" dirty="0"/>
              <a:t> is isomorphism</a:t>
            </a:r>
            <a:endParaRPr lang="en-US" i="1" dirty="0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B5CA855-49ED-3848-8C38-2C03E4FADC12}"/>
              </a:ext>
            </a:extLst>
          </p:cNvPr>
          <p:cNvSpPr txBox="1">
            <a:spLocks/>
          </p:cNvSpPr>
          <p:nvPr/>
        </p:nvSpPr>
        <p:spPr>
          <a:xfrm>
            <a:off x="7201845" y="2907846"/>
            <a:ext cx="4463143" cy="16981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E0B2B"/>
                </a:solidFill>
                <a:latin typeface="Comforta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287897"/>
                </a:solidFill>
              </a:rPr>
              <a:t>Bool</a:t>
            </a:r>
            <a:r>
              <a:rPr lang="en-US" dirty="0"/>
              <a:t> and </a:t>
            </a:r>
            <a:r>
              <a:rPr lang="en-US" b="1" dirty="0">
                <a:solidFill>
                  <a:srgbClr val="287897"/>
                </a:solidFill>
              </a:rPr>
              <a:t>Pair</a:t>
            </a:r>
            <a:r>
              <a:rPr lang="en-US" dirty="0"/>
              <a:t> aren’t </a:t>
            </a:r>
            <a:r>
              <a:rPr lang="en-US" i="1" dirty="0"/>
              <a:t>the same</a:t>
            </a:r>
            <a:r>
              <a:rPr lang="en-US" dirty="0"/>
              <a:t>, but they share an essential meaning and are </a:t>
            </a:r>
            <a:r>
              <a:rPr lang="en-US" i="1" dirty="0"/>
              <a:t>interchangeable</a:t>
            </a:r>
            <a:r>
              <a:rPr lang="en-US"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9193BF-62F7-EB48-A7E4-F0002D17C025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16" name="Elbow Connector 7">
            <a:extLst>
              <a:ext uri="{FF2B5EF4-FFF2-40B4-BE49-F238E27FC236}">
                <a16:creationId xmlns:a16="http://schemas.microsoft.com/office/drawing/2014/main" id="{F3413BDE-5989-2847-B8E7-7A326F0FFFC3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40EB14-6C96-0B41-B0D0-54C89F84FF9E}"/>
              </a:ext>
            </a:extLst>
          </p:cNvPr>
          <p:cNvSpPr txBox="1"/>
          <p:nvPr/>
        </p:nvSpPr>
        <p:spPr>
          <a:xfrm>
            <a:off x="3323446" y="2549681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Pair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A1CA22-1F04-154C-AF27-D31B832C3E1D}"/>
              </a:ext>
            </a:extLst>
          </p:cNvPr>
          <p:cNvSpPr/>
          <p:nvPr/>
        </p:nvSpPr>
        <p:spPr>
          <a:xfrm>
            <a:off x="159825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859C44-092F-704E-892F-DC942EE3D22E}"/>
              </a:ext>
            </a:extLst>
          </p:cNvPr>
          <p:cNvSpPr/>
          <p:nvPr/>
        </p:nvSpPr>
        <p:spPr>
          <a:xfrm>
            <a:off x="239430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956306-B8BE-9A4D-800D-EE83402DA48D}"/>
              </a:ext>
            </a:extLst>
          </p:cNvPr>
          <p:cNvSpPr/>
          <p:nvPr/>
        </p:nvSpPr>
        <p:spPr>
          <a:xfrm>
            <a:off x="137699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8F7FC0-95F4-6947-918D-561844C26FB6}"/>
              </a:ext>
            </a:extLst>
          </p:cNvPr>
          <p:cNvSpPr txBox="1"/>
          <p:nvPr/>
        </p:nvSpPr>
        <p:spPr>
          <a:xfrm>
            <a:off x="3323446" y="4796835"/>
            <a:ext cx="12779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Bool</a:t>
            </a:r>
            <a:endParaRPr lang="en-US" sz="3600" b="1" u="sng" dirty="0">
              <a:solidFill>
                <a:srgbClr val="287897"/>
              </a:solidFill>
              <a:latin typeface="Comfortaa" pitchFamily="2" charset="0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8F4687A-7B73-144E-B58E-244965927F74}"/>
              </a:ext>
            </a:extLst>
          </p:cNvPr>
          <p:cNvSpPr/>
          <p:nvPr/>
        </p:nvSpPr>
        <p:spPr>
          <a:xfrm>
            <a:off x="159825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A624A9-9DA5-EB44-A6D3-05217B99F4F9}"/>
              </a:ext>
            </a:extLst>
          </p:cNvPr>
          <p:cNvSpPr/>
          <p:nvPr/>
        </p:nvSpPr>
        <p:spPr>
          <a:xfrm>
            <a:off x="239430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415B5A-5A0A-6F41-9742-19533FB75545}"/>
              </a:ext>
            </a:extLst>
          </p:cNvPr>
          <p:cNvSpPr/>
          <p:nvPr/>
        </p:nvSpPr>
        <p:spPr>
          <a:xfrm>
            <a:off x="137699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C6A38-9314-2B40-91C8-6B897E0900DD}"/>
              </a:ext>
            </a:extLst>
          </p:cNvPr>
          <p:cNvSpPr/>
          <p:nvPr/>
        </p:nvSpPr>
        <p:spPr>
          <a:xfrm>
            <a:off x="5080043" y="3647540"/>
            <a:ext cx="5437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G</a:t>
            </a:r>
            <a:endParaRPr lang="en-US" sz="1200" i="1" dirty="0"/>
          </a:p>
        </p:txBody>
      </p:sp>
      <p:cxnSp>
        <p:nvCxnSpPr>
          <p:cNvPr id="23" name="Elbow Connector 7">
            <a:extLst>
              <a:ext uri="{FF2B5EF4-FFF2-40B4-BE49-F238E27FC236}">
                <a16:creationId xmlns:a16="http://schemas.microsoft.com/office/drawing/2014/main" id="{EF46357A-6D88-FD4B-AFF4-7DD069972C74}"/>
              </a:ext>
            </a:extLst>
          </p:cNvPr>
          <p:cNvCxnSpPr>
            <a:cxnSpLocks/>
          </p:cNvCxnSpPr>
          <p:nvPr/>
        </p:nvCxnSpPr>
        <p:spPr>
          <a:xfrm rot="10800000" flipH="1">
            <a:off x="5793199" y="3706026"/>
            <a:ext cx="10590" cy="539172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4C410D9-AFED-9B43-BABF-1FEC298A6411}"/>
              </a:ext>
            </a:extLst>
          </p:cNvPr>
          <p:cNvSpPr/>
          <p:nvPr/>
        </p:nvSpPr>
        <p:spPr>
          <a:xfrm>
            <a:off x="4986107" y="2536770"/>
            <a:ext cx="3658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1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901485-9B68-2D45-935F-E2DEEA2FF4B7}"/>
              </a:ext>
            </a:extLst>
          </p:cNvPr>
          <p:cNvSpPr/>
          <p:nvPr/>
        </p:nvSpPr>
        <p:spPr>
          <a:xfrm>
            <a:off x="5782151" y="2535234"/>
            <a:ext cx="4555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2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4111F3-0A88-0540-93E0-643B5FB0351F}"/>
              </a:ext>
            </a:extLst>
          </p:cNvPr>
          <p:cNvSpPr/>
          <p:nvPr/>
        </p:nvSpPr>
        <p:spPr>
          <a:xfrm>
            <a:off x="4764841" y="2316694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8C84C-3C2D-8C42-91AB-603970A2D0BA}"/>
              </a:ext>
            </a:extLst>
          </p:cNvPr>
          <p:cNvSpPr/>
          <p:nvPr/>
        </p:nvSpPr>
        <p:spPr>
          <a:xfrm>
            <a:off x="4986107" y="4783924"/>
            <a:ext cx="4892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T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073B3C-A344-5E44-863B-26A58AB3F6BB}"/>
              </a:ext>
            </a:extLst>
          </p:cNvPr>
          <p:cNvSpPr/>
          <p:nvPr/>
        </p:nvSpPr>
        <p:spPr>
          <a:xfrm>
            <a:off x="5782151" y="4782388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rPr>
              <a:t>F</a:t>
            </a:r>
            <a:endParaRPr lang="en-US" sz="1200" baseline="-25000" dirty="0">
              <a:solidFill>
                <a:srgbClr val="287897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061340-B02F-604E-A0CA-3B43F72229E2}"/>
              </a:ext>
            </a:extLst>
          </p:cNvPr>
          <p:cNvSpPr/>
          <p:nvPr/>
        </p:nvSpPr>
        <p:spPr>
          <a:xfrm>
            <a:off x="4764841" y="4563848"/>
            <a:ext cx="1737976" cy="1112306"/>
          </a:xfrm>
          <a:prstGeom prst="rect">
            <a:avLst/>
          </a:prstGeom>
          <a:noFill/>
          <a:ln w="57150">
            <a:solidFill>
              <a:srgbClr val="2878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25E5DE-99D2-3547-85D7-A299DA832038}"/>
              </a:ext>
            </a:extLst>
          </p:cNvPr>
          <p:cNvCxnSpPr>
            <a:cxnSpLocks/>
          </p:cNvCxnSpPr>
          <p:nvPr/>
        </p:nvCxnSpPr>
        <p:spPr>
          <a:xfrm flipH="1">
            <a:off x="3323446" y="2513822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BE4319-61FB-C140-86C3-310E7E375F55}"/>
              </a:ext>
            </a:extLst>
          </p:cNvPr>
          <p:cNvSpPr/>
          <p:nvPr/>
        </p:nvSpPr>
        <p:spPr>
          <a:xfrm>
            <a:off x="3560690" y="1660516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9F528A8-183C-3849-B3D4-AD23DCEF39DA}"/>
              </a:ext>
            </a:extLst>
          </p:cNvPr>
          <p:cNvCxnSpPr>
            <a:cxnSpLocks/>
          </p:cNvCxnSpPr>
          <p:nvPr/>
        </p:nvCxnSpPr>
        <p:spPr>
          <a:xfrm>
            <a:off x="3323446" y="5510244"/>
            <a:ext cx="1146468" cy="0"/>
          </a:xfrm>
          <a:prstGeom prst="straightConnector1">
            <a:avLst/>
          </a:prstGeom>
          <a:ln w="57150">
            <a:solidFill>
              <a:schemeClr val="bg1">
                <a:alpha val="37000"/>
              </a:schemeClr>
            </a:solidFill>
            <a:tailEnd type="triangle"/>
          </a:ln>
          <a:effectLst>
            <a:glow rad="88900">
              <a:schemeClr val="bg1">
                <a:alpha val="18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A148A8BA-1945-334F-B1B2-28A2270340DA}"/>
              </a:ext>
            </a:extLst>
          </p:cNvPr>
          <p:cNvSpPr/>
          <p:nvPr/>
        </p:nvSpPr>
        <p:spPr>
          <a:xfrm>
            <a:off x="3494967" y="5610444"/>
            <a:ext cx="803425" cy="830997"/>
          </a:xfrm>
          <a:prstGeom prst="rect">
            <a:avLst/>
          </a:prstGeom>
          <a:effectLst>
            <a:glow rad="88900">
              <a:schemeClr val="bg1">
                <a:alpha val="18000"/>
              </a:schemeClr>
            </a:glow>
          </a:effectLst>
        </p:spPr>
        <p:txBody>
          <a:bodyPr wrap="none">
            <a:spAutoFit/>
          </a:bodyPr>
          <a:lstStyle/>
          <a:p>
            <a:r>
              <a:rPr lang="en-US" sz="4800" b="1" i="1" dirty="0">
                <a:solidFill>
                  <a:schemeClr val="bg1">
                    <a:alpha val="34000"/>
                  </a:schemeClr>
                </a:solidFill>
                <a:effectLst>
                  <a:glow rad="88900">
                    <a:schemeClr val="bg1">
                      <a:alpha val="19000"/>
                    </a:schemeClr>
                  </a:glow>
                </a:effectLst>
                <a:latin typeface="Comfortaa" pitchFamily="2" charset="0"/>
              </a:rPr>
              <a:t>id</a:t>
            </a:r>
            <a:endParaRPr lang="en-US" i="1" dirty="0">
              <a:solidFill>
                <a:schemeClr val="bg1">
                  <a:alpha val="34000"/>
                </a:schemeClr>
              </a:solidFill>
              <a:effectLst>
                <a:glow rad="88900">
                  <a:schemeClr val="bg1">
                    <a:alpha val="19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1807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AA2852-9DD3-8C44-AFEE-D5592916E3E7}"/>
              </a:ext>
            </a:extLst>
          </p:cNvPr>
          <p:cNvGrpSpPr/>
          <p:nvPr/>
        </p:nvGrpSpPr>
        <p:grpSpPr>
          <a:xfrm>
            <a:off x="1308696" y="1679555"/>
            <a:ext cx="9574608" cy="4544949"/>
            <a:chOff x="1308696" y="1679555"/>
            <a:chExt cx="9574608" cy="454494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02E4993-2F74-9E41-9A6C-FC1B75A79234}"/>
                </a:ext>
              </a:extLst>
            </p:cNvPr>
            <p:cNvGrpSpPr/>
            <p:nvPr/>
          </p:nvGrpSpPr>
          <p:grpSpPr>
            <a:xfrm>
              <a:off x="1308696" y="4074447"/>
              <a:ext cx="9574608" cy="2150057"/>
              <a:chOff x="2457079" y="4074447"/>
              <a:chExt cx="9574608" cy="2150057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6CDC68-A0AC-0948-8CAA-B81E4A10B5AD}"/>
                  </a:ext>
                </a:extLst>
              </p:cNvPr>
              <p:cNvSpPr txBox="1"/>
              <p:nvPr/>
            </p:nvSpPr>
            <p:spPr>
              <a:xfrm>
                <a:off x="9950668" y="4682592"/>
                <a:ext cx="20810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Arrow</a:t>
                </a:r>
                <a:endParaRPr lang="en-US" sz="4800" b="1" u="sng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6703949A-4D45-634B-A54E-D437F4F996C6}"/>
                  </a:ext>
                </a:extLst>
              </p:cNvPr>
              <p:cNvGrpSpPr/>
              <p:nvPr/>
            </p:nvGrpSpPr>
            <p:grpSpPr>
              <a:xfrm>
                <a:off x="2457079" y="4074447"/>
                <a:ext cx="7277843" cy="2150057"/>
                <a:chOff x="1844161" y="4074447"/>
                <a:chExt cx="7277843" cy="215005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1BEFB62F-616C-2140-89AF-F257A941C284}"/>
                    </a:ext>
                  </a:extLst>
                </p:cNvPr>
                <p:cNvGrpSpPr/>
                <p:nvPr/>
              </p:nvGrpSpPr>
              <p:grpSpPr>
                <a:xfrm>
                  <a:off x="2109505" y="4654875"/>
                  <a:ext cx="2987334" cy="914400"/>
                  <a:chOff x="4362848" y="2971800"/>
                  <a:chExt cx="2987334" cy="914400"/>
                </a:xfrm>
              </p:grpSpPr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C60C5A0A-7710-0E44-B738-B180618659F6}"/>
                      </a:ext>
                    </a:extLst>
                  </p:cNvPr>
                  <p:cNvSpPr/>
                  <p:nvPr/>
                </p:nvSpPr>
                <p:spPr>
                  <a:xfrm>
                    <a:off x="6435782" y="2971800"/>
                    <a:ext cx="914400" cy="914400"/>
                  </a:xfrm>
                  <a:prstGeom prst="ellipse">
                    <a:avLst/>
                  </a:prstGeom>
                  <a:solidFill>
                    <a:srgbClr val="287897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9A5B3139-72A6-EF4C-9773-29694AFA4D26}"/>
                      </a:ext>
                    </a:extLst>
                  </p:cNvPr>
                  <p:cNvSpPr/>
                  <p:nvPr/>
                </p:nvSpPr>
                <p:spPr>
                  <a:xfrm>
                    <a:off x="4362848" y="3013501"/>
                    <a:ext cx="1091966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4800" b="1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id</a:t>
                    </a:r>
                    <a:r>
                      <a:rPr lang="en-US" sz="4800" b="1" baseline="-25000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A</a:t>
                    </a:r>
                    <a:endParaRPr lang="en-US" baseline="-25000" dirty="0">
                      <a:solidFill>
                        <a:srgbClr val="287897"/>
                      </a:solidFill>
                    </a:endParaRPr>
                  </a:p>
                </p:txBody>
              </p:sp>
              <p:cxnSp>
                <p:nvCxnSpPr>
                  <p:cNvPr id="27" name="Elbow Connector 7">
                    <a:extLst>
                      <a:ext uri="{FF2B5EF4-FFF2-40B4-BE49-F238E27FC236}">
                        <a16:creationId xmlns:a16="http://schemas.microsoft.com/office/drawing/2014/main" id="{9BCA7B42-C53C-6A40-A2EB-EDB8CD873DBF}"/>
                      </a:ext>
                    </a:extLst>
                  </p:cNvPr>
                  <p:cNvCxnSpPr>
                    <a:cxnSpLocks/>
                    <a:stCxn id="25" idx="3"/>
                    <a:endCxn id="25" idx="1"/>
                  </p:cNvCxnSpPr>
                  <p:nvPr/>
                </p:nvCxnSpPr>
                <p:spPr>
                  <a:xfrm rot="5400000" flipH="1">
                    <a:off x="6246404" y="3429000"/>
                    <a:ext cx="646578" cy="12700"/>
                  </a:xfrm>
                  <a:prstGeom prst="curvedConnector5">
                    <a:avLst>
                      <a:gd name="adj1" fmla="val -35355"/>
                      <a:gd name="adj2" fmla="val 7945583"/>
                      <a:gd name="adj3" fmla="val 135355"/>
                    </a:avLst>
                  </a:prstGeom>
                  <a:solidFill>
                    <a:srgbClr val="287897"/>
                  </a:solidFill>
                  <a:ln w="57150">
                    <a:solidFill>
                      <a:srgbClr val="287897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D89C448D-6FE8-1E4C-A477-FBDABA53E804}"/>
                    </a:ext>
                  </a:extLst>
                </p:cNvPr>
                <p:cNvSpPr/>
                <p:nvPr/>
              </p:nvSpPr>
              <p:spPr>
                <a:xfrm>
                  <a:off x="6013898" y="4653033"/>
                  <a:ext cx="914400" cy="914400"/>
                </a:xfrm>
                <a:prstGeom prst="ellipse">
                  <a:avLst/>
                </a:prstGeom>
                <a:solidFill>
                  <a:srgbClr val="28789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C5B4FE4-EC64-B041-9291-A917A922132B}"/>
                    </a:ext>
                  </a:extLst>
                </p:cNvPr>
                <p:cNvSpPr/>
                <p:nvPr/>
              </p:nvSpPr>
              <p:spPr>
                <a:xfrm>
                  <a:off x="7858849" y="4694734"/>
                  <a:ext cx="1091966" cy="8309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4800" b="1" dirty="0" err="1">
                      <a:solidFill>
                        <a:srgbClr val="287897"/>
                      </a:solidFill>
                      <a:latin typeface="Comfortaa" pitchFamily="2" charset="0"/>
                      <a:ea typeface="+mj-ea"/>
                      <a:cs typeface="+mj-cs"/>
                    </a:rPr>
                    <a:t>id</a:t>
                  </a:r>
                  <a:r>
                    <a:rPr lang="en-US" sz="4800" b="1" baseline="-25000" dirty="0" err="1">
                      <a:solidFill>
                        <a:srgbClr val="287897"/>
                      </a:solidFill>
                      <a:latin typeface="Comfortaa" pitchFamily="2" charset="0"/>
                      <a:ea typeface="+mj-ea"/>
                      <a:cs typeface="+mj-cs"/>
                    </a:rPr>
                    <a:t>B</a:t>
                  </a:r>
                  <a:endParaRPr lang="en-US" baseline="-25000" dirty="0">
                    <a:solidFill>
                      <a:srgbClr val="287897"/>
                    </a:solidFill>
                  </a:endParaRPr>
                </a:p>
              </p:txBody>
            </p:sp>
            <p:cxnSp>
              <p:nvCxnSpPr>
                <p:cNvPr id="24" name="Elbow Connector 7">
                  <a:extLst>
                    <a:ext uri="{FF2B5EF4-FFF2-40B4-BE49-F238E27FC236}">
                      <a16:creationId xmlns:a16="http://schemas.microsoft.com/office/drawing/2014/main" id="{E350F895-F081-764B-9ABD-8A224D25AAB9}"/>
                    </a:ext>
                  </a:extLst>
                </p:cNvPr>
                <p:cNvCxnSpPr>
                  <a:cxnSpLocks/>
                  <a:stCxn id="22" idx="5"/>
                  <a:endCxn id="22" idx="7"/>
                </p:cNvCxnSpPr>
                <p:nvPr/>
              </p:nvCxnSpPr>
              <p:spPr>
                <a:xfrm rot="5400000" flipH="1">
                  <a:off x="6471098" y="5110233"/>
                  <a:ext cx="646578" cy="12700"/>
                </a:xfrm>
                <a:prstGeom prst="curvedConnector5">
                  <a:avLst>
                    <a:gd name="adj1" fmla="val -35355"/>
                    <a:gd name="adj2" fmla="val -7774150"/>
                    <a:gd name="adj3" fmla="val 135355"/>
                  </a:avLst>
                </a:prstGeom>
                <a:solidFill>
                  <a:srgbClr val="287897"/>
                </a:solidFill>
                <a:ln w="57150">
                  <a:solidFill>
                    <a:srgbClr val="287897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031E0AD-B86C-6643-85CB-7B31ACEE83D5}"/>
                    </a:ext>
                  </a:extLst>
                </p:cNvPr>
                <p:cNvSpPr/>
                <p:nvPr/>
              </p:nvSpPr>
              <p:spPr>
                <a:xfrm>
                  <a:off x="1844161" y="4074447"/>
                  <a:ext cx="7277843" cy="2150057"/>
                </a:xfrm>
                <a:prstGeom prst="rect">
                  <a:avLst/>
                </a:prstGeom>
                <a:noFill/>
                <a:ln w="57150">
                  <a:solidFill>
                    <a:srgbClr val="2878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7" name="Elbow Connector 7">
                  <a:extLst>
                    <a:ext uri="{FF2B5EF4-FFF2-40B4-BE49-F238E27FC236}">
                      <a16:creationId xmlns:a16="http://schemas.microsoft.com/office/drawing/2014/main" id="{2F888B74-825B-A54A-A781-DABBDC2EB9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5536863" y="4749691"/>
                  <a:ext cx="12700" cy="646578"/>
                </a:xfrm>
                <a:prstGeom prst="straightConnector1">
                  <a:avLst/>
                </a:prstGeom>
                <a:solidFill>
                  <a:srgbClr val="287897"/>
                </a:solidFill>
                <a:ln w="57150">
                  <a:solidFill>
                    <a:srgbClr val="287897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0F68322-7CC9-E148-B058-6323A1D0418B}"/>
                    </a:ext>
                  </a:extLst>
                </p:cNvPr>
                <p:cNvSpPr/>
                <p:nvPr/>
              </p:nvSpPr>
              <p:spPr>
                <a:xfrm>
                  <a:off x="5315409" y="4500906"/>
                  <a:ext cx="335348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3200" b="1" i="1" dirty="0">
                      <a:solidFill>
                        <a:srgbClr val="287897"/>
                      </a:solidFill>
                      <a:latin typeface="Comfortaa" pitchFamily="2" charset="0"/>
                    </a:rPr>
                    <a:t>f</a:t>
                  </a:r>
                  <a:endParaRPr lang="en-US" sz="1100" i="1" dirty="0"/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BD80F11-D263-1B42-8B5D-4A8A9BC8CC77}"/>
                </a:ext>
              </a:extLst>
            </p:cNvPr>
            <p:cNvGrpSpPr/>
            <p:nvPr/>
          </p:nvGrpSpPr>
          <p:grpSpPr>
            <a:xfrm>
              <a:off x="3238271" y="1679555"/>
              <a:ext cx="5715457" cy="1651591"/>
              <a:chOff x="3407229" y="1556657"/>
              <a:chExt cx="5715457" cy="165159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B031342-0EE7-AF44-9A68-95CE0AAF0269}"/>
                  </a:ext>
                </a:extLst>
              </p:cNvPr>
              <p:cNvSpPr txBox="1"/>
              <p:nvPr/>
            </p:nvSpPr>
            <p:spPr>
              <a:xfrm>
                <a:off x="6985562" y="1966953"/>
                <a:ext cx="21371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800" b="1" dirty="0">
                    <a:solidFill>
                      <a:srgbClr val="287897"/>
                    </a:solidFill>
                    <a:latin typeface="Comfortaa" pitchFamily="2" charset="0"/>
                    <a:ea typeface="+mj-ea"/>
                    <a:cs typeface="+mj-cs"/>
                  </a:rPr>
                  <a:t>Disc(1)</a:t>
                </a:r>
                <a:endParaRPr lang="en-US" sz="4800" b="1" u="sng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6D6E9AD-2345-AD45-8BDD-5B02939358E7}"/>
                  </a:ext>
                </a:extLst>
              </p:cNvPr>
              <p:cNvGrpSpPr/>
              <p:nvPr/>
            </p:nvGrpSpPr>
            <p:grpSpPr>
              <a:xfrm>
                <a:off x="3407229" y="1556657"/>
                <a:ext cx="3450772" cy="1651591"/>
                <a:chOff x="4112056" y="2617600"/>
                <a:chExt cx="3450772" cy="1651591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772E495-1995-834C-B063-D11AE73A7D1A}"/>
                    </a:ext>
                  </a:extLst>
                </p:cNvPr>
                <p:cNvGrpSpPr/>
                <p:nvPr/>
              </p:nvGrpSpPr>
              <p:grpSpPr>
                <a:xfrm>
                  <a:off x="4362848" y="2971800"/>
                  <a:ext cx="2987334" cy="914400"/>
                  <a:chOff x="4362848" y="2971800"/>
                  <a:chExt cx="2987334" cy="914400"/>
                </a:xfrm>
              </p:grpSpPr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436814CB-3D56-194C-AA8C-44AF57A77901}"/>
                      </a:ext>
                    </a:extLst>
                  </p:cNvPr>
                  <p:cNvSpPr/>
                  <p:nvPr/>
                </p:nvSpPr>
                <p:spPr>
                  <a:xfrm>
                    <a:off x="6435782" y="2971800"/>
                    <a:ext cx="914400" cy="914400"/>
                  </a:xfrm>
                  <a:prstGeom prst="ellipse">
                    <a:avLst/>
                  </a:prstGeom>
                  <a:solidFill>
                    <a:srgbClr val="287897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903B4793-CFE7-2546-A6AE-C90813B31A90}"/>
                      </a:ext>
                    </a:extLst>
                  </p:cNvPr>
                  <p:cNvSpPr/>
                  <p:nvPr/>
                </p:nvSpPr>
                <p:spPr>
                  <a:xfrm>
                    <a:off x="4362848" y="3013501"/>
                    <a:ext cx="1091966" cy="8309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4800" b="1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id</a:t>
                    </a:r>
                    <a:r>
                      <a:rPr lang="en-US" sz="4800" b="1" baseline="-25000" dirty="0" err="1">
                        <a:solidFill>
                          <a:srgbClr val="287897"/>
                        </a:solidFill>
                        <a:latin typeface="Comfortaa" pitchFamily="2" charset="0"/>
                        <a:ea typeface="+mj-ea"/>
                        <a:cs typeface="+mj-cs"/>
                      </a:rPr>
                      <a:t>A</a:t>
                    </a:r>
                    <a:endParaRPr lang="en-US" baseline="-25000" dirty="0">
                      <a:solidFill>
                        <a:srgbClr val="287897"/>
                      </a:solidFill>
                    </a:endParaRPr>
                  </a:p>
                </p:txBody>
              </p:sp>
              <p:cxnSp>
                <p:nvCxnSpPr>
                  <p:cNvPr id="47" name="Elbow Connector 7">
                    <a:extLst>
                      <a:ext uri="{FF2B5EF4-FFF2-40B4-BE49-F238E27FC236}">
                        <a16:creationId xmlns:a16="http://schemas.microsoft.com/office/drawing/2014/main" id="{6CAE503A-A642-7B44-992D-BC106638FC2E}"/>
                      </a:ext>
                    </a:extLst>
                  </p:cNvPr>
                  <p:cNvCxnSpPr>
                    <a:cxnSpLocks/>
                    <a:stCxn id="45" idx="3"/>
                    <a:endCxn id="45" idx="1"/>
                  </p:cNvCxnSpPr>
                  <p:nvPr/>
                </p:nvCxnSpPr>
                <p:spPr>
                  <a:xfrm rot="5400000" flipH="1">
                    <a:off x="6246404" y="3429000"/>
                    <a:ext cx="646578" cy="12700"/>
                  </a:xfrm>
                  <a:prstGeom prst="curvedConnector5">
                    <a:avLst>
                      <a:gd name="adj1" fmla="val -35355"/>
                      <a:gd name="adj2" fmla="val 7945583"/>
                      <a:gd name="adj3" fmla="val 135355"/>
                    </a:avLst>
                  </a:prstGeom>
                  <a:solidFill>
                    <a:srgbClr val="287897"/>
                  </a:solidFill>
                  <a:ln w="57150">
                    <a:solidFill>
                      <a:srgbClr val="287897"/>
                    </a:solidFill>
                    <a:headEnd type="none" w="med" len="med"/>
                    <a:tailEnd type="triangl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7273BE7-DE68-DA4B-A372-28D418A8208E}"/>
                    </a:ext>
                  </a:extLst>
                </p:cNvPr>
                <p:cNvSpPr/>
                <p:nvPr/>
              </p:nvSpPr>
              <p:spPr>
                <a:xfrm>
                  <a:off x="4112056" y="2617600"/>
                  <a:ext cx="3450772" cy="1651591"/>
                </a:xfrm>
                <a:prstGeom prst="rect">
                  <a:avLst/>
                </a:prstGeom>
                <a:noFill/>
                <a:ln w="57150">
                  <a:solidFill>
                    <a:srgbClr val="28789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B1BF58-6A37-9B4F-BD0F-BCABA1654362}"/>
                </a:ext>
              </a:extLst>
            </p:cNvPr>
            <p:cNvSpPr/>
            <p:nvPr/>
          </p:nvSpPr>
          <p:spPr>
            <a:xfrm>
              <a:off x="4296335" y="3323737"/>
              <a:ext cx="569387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800" b="1" i="1" dirty="0">
                  <a:solidFill>
                    <a:srgbClr val="287897"/>
                  </a:solidFill>
                  <a:latin typeface="Comfortaa" pitchFamily="2" charset="0"/>
                </a:rPr>
                <a:t>F</a:t>
              </a:r>
              <a:endParaRPr lang="en-US" i="1" dirty="0"/>
            </a:p>
          </p:txBody>
        </p:sp>
        <p:cxnSp>
          <p:nvCxnSpPr>
            <p:cNvPr id="52" name="Elbow Connector 7">
              <a:extLst>
                <a:ext uri="{FF2B5EF4-FFF2-40B4-BE49-F238E27FC236}">
                  <a16:creationId xmlns:a16="http://schemas.microsoft.com/office/drawing/2014/main" id="{9C2543F8-4BBE-7A4C-9A9A-FB81EF9C24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029519" y="3393873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151793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66FCD6-F13B-1346-8375-9F27879D641A}"/>
              </a:ext>
            </a:extLst>
          </p:cNvPr>
          <p:cNvGrpSpPr/>
          <p:nvPr/>
        </p:nvGrpSpPr>
        <p:grpSpPr>
          <a:xfrm>
            <a:off x="1308696" y="2017986"/>
            <a:ext cx="7995710" cy="4206518"/>
            <a:chOff x="1308696" y="1180021"/>
            <a:chExt cx="9588507" cy="504448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96CDC68-A0AC-0948-8CAA-B81E4A10B5AD}"/>
                </a:ext>
              </a:extLst>
            </p:cNvPr>
            <p:cNvSpPr txBox="1"/>
            <p:nvPr/>
          </p:nvSpPr>
          <p:spPr>
            <a:xfrm>
              <a:off x="8802286" y="4682592"/>
              <a:ext cx="1924639" cy="775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Arrow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60C5A0A-7710-0E44-B738-B180618659F6}"/>
                </a:ext>
              </a:extLst>
            </p:cNvPr>
            <p:cNvSpPr/>
            <p:nvPr/>
          </p:nvSpPr>
          <p:spPr>
            <a:xfrm>
              <a:off x="3646974" y="4654875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5B3139-72A6-EF4C-9773-29694AFA4D26}"/>
                </a:ext>
              </a:extLst>
            </p:cNvPr>
            <p:cNvSpPr/>
            <p:nvPr/>
          </p:nvSpPr>
          <p:spPr>
            <a:xfrm>
              <a:off x="1574040" y="4696576"/>
              <a:ext cx="1036521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27" name="Elbow Connector 7">
              <a:extLst>
                <a:ext uri="{FF2B5EF4-FFF2-40B4-BE49-F238E27FC236}">
                  <a16:creationId xmlns:a16="http://schemas.microsoft.com/office/drawing/2014/main" id="{9BCA7B42-C53C-6A40-A2EB-EDB8CD873DBF}"/>
                </a:ext>
              </a:extLst>
            </p:cNvPr>
            <p:cNvCxnSpPr>
              <a:cxnSpLocks/>
              <a:stCxn id="25" idx="3"/>
              <a:endCxn id="25" idx="1"/>
            </p:cNvCxnSpPr>
            <p:nvPr/>
          </p:nvCxnSpPr>
          <p:spPr>
            <a:xfrm rot="5400000" flipH="1">
              <a:off x="3457596" y="5112075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89C448D-6FE8-1E4C-A477-FBDABA53E804}"/>
                </a:ext>
              </a:extLst>
            </p:cNvPr>
            <p:cNvSpPr/>
            <p:nvPr/>
          </p:nvSpPr>
          <p:spPr>
            <a:xfrm>
              <a:off x="5478433" y="4653033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5B4FE4-EC64-B041-9291-A917A922132B}"/>
                </a:ext>
              </a:extLst>
            </p:cNvPr>
            <p:cNvSpPr/>
            <p:nvPr/>
          </p:nvSpPr>
          <p:spPr>
            <a:xfrm>
              <a:off x="7323384" y="4694734"/>
              <a:ext cx="1044210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24" name="Elbow Connector 7">
              <a:extLst>
                <a:ext uri="{FF2B5EF4-FFF2-40B4-BE49-F238E27FC236}">
                  <a16:creationId xmlns:a16="http://schemas.microsoft.com/office/drawing/2014/main" id="{E350F895-F081-764B-9ABD-8A224D25AAB9}"/>
                </a:ext>
              </a:extLst>
            </p:cNvPr>
            <p:cNvCxnSpPr>
              <a:cxnSpLocks/>
              <a:stCxn id="22" idx="5"/>
              <a:endCxn id="22" idx="7"/>
            </p:cNvCxnSpPr>
            <p:nvPr/>
          </p:nvCxnSpPr>
          <p:spPr>
            <a:xfrm rot="5400000" flipH="1">
              <a:off x="5935633" y="5110233"/>
              <a:ext cx="646578" cy="12700"/>
            </a:xfrm>
            <a:prstGeom prst="curvedConnector5">
              <a:avLst>
                <a:gd name="adj1" fmla="val -35355"/>
                <a:gd name="adj2" fmla="val -7774150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031E0AD-B86C-6643-85CB-7B31ACEE83D5}"/>
                </a:ext>
              </a:extLst>
            </p:cNvPr>
            <p:cNvSpPr/>
            <p:nvPr/>
          </p:nvSpPr>
          <p:spPr>
            <a:xfrm>
              <a:off x="1308696" y="4074447"/>
              <a:ext cx="7277843" cy="2150057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37" name="Elbow Connector 7">
              <a:extLst>
                <a:ext uri="{FF2B5EF4-FFF2-40B4-BE49-F238E27FC236}">
                  <a16:creationId xmlns:a16="http://schemas.microsoft.com/office/drawing/2014/main" id="{2F888B74-825B-A54A-A781-DABBDC2EB90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001398" y="4749691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0F68322-7CC9-E148-B058-6323A1D0418B}"/>
                </a:ext>
              </a:extLst>
            </p:cNvPr>
            <p:cNvSpPr/>
            <p:nvPr/>
          </p:nvSpPr>
          <p:spPr>
            <a:xfrm>
              <a:off x="4779944" y="4500906"/>
              <a:ext cx="334871" cy="47981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rgbClr val="287897"/>
                  </a:solidFill>
                  <a:latin typeface="Comfortaa" pitchFamily="2" charset="0"/>
                </a:rPr>
                <a:t>f</a:t>
              </a:r>
              <a:endParaRPr lang="en-US" sz="900" i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031342-0EE7-AF44-9A68-95CE0AAF0269}"/>
                </a:ext>
              </a:extLst>
            </p:cNvPr>
            <p:cNvSpPr txBox="1"/>
            <p:nvPr/>
          </p:nvSpPr>
          <p:spPr>
            <a:xfrm>
              <a:off x="8813011" y="1800308"/>
              <a:ext cx="2084192" cy="7750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Disc(2)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3B1BF58-6A37-9B4F-BD0F-BCABA1654362}"/>
                </a:ext>
              </a:extLst>
            </p:cNvPr>
            <p:cNvSpPr/>
            <p:nvPr/>
          </p:nvSpPr>
          <p:spPr>
            <a:xfrm>
              <a:off x="4174298" y="3323737"/>
              <a:ext cx="652055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i="1" dirty="0">
                  <a:solidFill>
                    <a:srgbClr val="287897"/>
                  </a:solidFill>
                  <a:latin typeface="Comfortaa" pitchFamily="2" charset="0"/>
                </a:rPr>
                <a:t>G</a:t>
              </a:r>
              <a:endParaRPr lang="en-US" sz="1200" i="1" dirty="0"/>
            </a:p>
          </p:txBody>
        </p:sp>
        <p:cxnSp>
          <p:nvCxnSpPr>
            <p:cNvPr id="52" name="Elbow Connector 7">
              <a:extLst>
                <a:ext uri="{FF2B5EF4-FFF2-40B4-BE49-F238E27FC236}">
                  <a16:creationId xmlns:a16="http://schemas.microsoft.com/office/drawing/2014/main" id="{9C2543F8-4BBE-7A4C-9A9A-FB81EF9C24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5029519" y="3393873"/>
              <a:ext cx="12700" cy="646578"/>
            </a:xfrm>
            <a:prstGeom prst="straightConnector1">
              <a:avLst/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B14073D-F05A-9E40-A5E8-2C391B42C50A}"/>
                </a:ext>
              </a:extLst>
            </p:cNvPr>
            <p:cNvSpPr/>
            <p:nvPr/>
          </p:nvSpPr>
          <p:spPr>
            <a:xfrm>
              <a:off x="3728874" y="1760449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FD0605-7C22-3648-9C07-5E9767483A16}"/>
                </a:ext>
              </a:extLst>
            </p:cNvPr>
            <p:cNvSpPr/>
            <p:nvPr/>
          </p:nvSpPr>
          <p:spPr>
            <a:xfrm>
              <a:off x="1655939" y="1802150"/>
              <a:ext cx="1036521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A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32" name="Elbow Connector 7">
              <a:extLst>
                <a:ext uri="{FF2B5EF4-FFF2-40B4-BE49-F238E27FC236}">
                  <a16:creationId xmlns:a16="http://schemas.microsoft.com/office/drawing/2014/main" id="{052D50E8-3443-CD46-A4CF-6E46653804EC}"/>
                </a:ext>
              </a:extLst>
            </p:cNvPr>
            <p:cNvCxnSpPr>
              <a:cxnSpLocks/>
              <a:stCxn id="28" idx="3"/>
              <a:endCxn id="28" idx="1"/>
            </p:cNvCxnSpPr>
            <p:nvPr/>
          </p:nvCxnSpPr>
          <p:spPr>
            <a:xfrm rot="5400000" flipH="1">
              <a:off x="3539496" y="2217649"/>
              <a:ext cx="646578" cy="12700"/>
            </a:xfrm>
            <a:prstGeom prst="curvedConnector5">
              <a:avLst>
                <a:gd name="adj1" fmla="val -35355"/>
                <a:gd name="adj2" fmla="val 7945583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32D189D-AD35-EA47-A2F9-497139B71570}"/>
                </a:ext>
              </a:extLst>
            </p:cNvPr>
            <p:cNvSpPr/>
            <p:nvPr/>
          </p:nvSpPr>
          <p:spPr>
            <a:xfrm>
              <a:off x="5560333" y="1758607"/>
              <a:ext cx="914400" cy="914400"/>
            </a:xfrm>
            <a:prstGeom prst="ellipse">
              <a:avLst/>
            </a:prstGeom>
            <a:solidFill>
              <a:srgbClr val="28789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5A1DB7-2FC3-F14D-B20C-5E387AA7D25B}"/>
                </a:ext>
              </a:extLst>
            </p:cNvPr>
            <p:cNvSpPr/>
            <p:nvPr/>
          </p:nvSpPr>
          <p:spPr>
            <a:xfrm>
              <a:off x="7405284" y="1800308"/>
              <a:ext cx="1044210" cy="7750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id</a:t>
              </a:r>
              <a:r>
                <a:rPr lang="en-US" sz="3600" b="1" baseline="-25000" dirty="0" err="1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cxnSp>
          <p:nvCxnSpPr>
            <p:cNvPr id="35" name="Elbow Connector 7">
              <a:extLst>
                <a:ext uri="{FF2B5EF4-FFF2-40B4-BE49-F238E27FC236}">
                  <a16:creationId xmlns:a16="http://schemas.microsoft.com/office/drawing/2014/main" id="{4F1C30DF-84B7-ED4A-B800-EBBF0FE4ACB9}"/>
                </a:ext>
              </a:extLst>
            </p:cNvPr>
            <p:cNvCxnSpPr>
              <a:cxnSpLocks/>
              <a:stCxn id="33" idx="5"/>
              <a:endCxn id="33" idx="7"/>
            </p:cNvCxnSpPr>
            <p:nvPr/>
          </p:nvCxnSpPr>
          <p:spPr>
            <a:xfrm rot="5400000" flipH="1">
              <a:off x="6017533" y="2215807"/>
              <a:ext cx="646578" cy="12700"/>
            </a:xfrm>
            <a:prstGeom prst="curvedConnector5">
              <a:avLst>
                <a:gd name="adj1" fmla="val -35355"/>
                <a:gd name="adj2" fmla="val -7774150"/>
                <a:gd name="adj3" fmla="val 135355"/>
              </a:avLst>
            </a:prstGeom>
            <a:solidFill>
              <a:srgbClr val="287897"/>
            </a:solidFill>
            <a:ln w="57150">
              <a:solidFill>
                <a:srgbClr val="287897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E064E8-16F3-6C4F-BDEC-3150872C7CBE}"/>
                </a:ext>
              </a:extLst>
            </p:cNvPr>
            <p:cNvSpPr/>
            <p:nvPr/>
          </p:nvSpPr>
          <p:spPr>
            <a:xfrm>
              <a:off x="1390596" y="1180021"/>
              <a:ext cx="7277843" cy="2150057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108112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72B0-D9B4-7845-98C9-CFC65C99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the pattern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3B1BF58-6A37-9B4F-BD0F-BCABA1654362}"/>
              </a:ext>
            </a:extLst>
          </p:cNvPr>
          <p:cNvSpPr/>
          <p:nvPr/>
        </p:nvSpPr>
        <p:spPr>
          <a:xfrm>
            <a:off x="1692193" y="3647540"/>
            <a:ext cx="4732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i="1" dirty="0">
                <a:solidFill>
                  <a:srgbClr val="287897"/>
                </a:solidFill>
                <a:latin typeface="Comfortaa" pitchFamily="2" charset="0"/>
              </a:rPr>
              <a:t>F</a:t>
            </a:r>
            <a:endParaRPr lang="en-US" sz="1200" i="1" dirty="0"/>
          </a:p>
        </p:txBody>
      </p:sp>
      <p:cxnSp>
        <p:nvCxnSpPr>
          <p:cNvPr id="52" name="Elbow Connector 7">
            <a:extLst>
              <a:ext uri="{FF2B5EF4-FFF2-40B4-BE49-F238E27FC236}">
                <a16:creationId xmlns:a16="http://schemas.microsoft.com/office/drawing/2014/main" id="{9C2543F8-4BBE-7A4C-9A9A-FB81EF9C248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2405349" y="3706026"/>
            <a:ext cx="10590" cy="539172"/>
          </a:xfrm>
          <a:prstGeom prst="straightConnector1">
            <a:avLst/>
          </a:prstGeom>
          <a:solidFill>
            <a:srgbClr val="287897"/>
          </a:solidFill>
          <a:ln w="57150">
            <a:solidFill>
              <a:srgbClr val="287897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50594AD9-08EB-3A4E-BCCE-1B29DBF0B720}"/>
              </a:ext>
            </a:extLst>
          </p:cNvPr>
          <p:cNvGrpSpPr/>
          <p:nvPr/>
        </p:nvGrpSpPr>
        <p:grpSpPr>
          <a:xfrm>
            <a:off x="1376991" y="2316694"/>
            <a:ext cx="3092923" cy="1112306"/>
            <a:chOff x="1376991" y="2316694"/>
            <a:chExt cx="3092923" cy="111230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031342-0EE7-AF44-9A68-95CE0AAF0269}"/>
                </a:ext>
              </a:extLst>
            </p:cNvPr>
            <p:cNvSpPr txBox="1"/>
            <p:nvPr/>
          </p:nvSpPr>
          <p:spPr>
            <a:xfrm>
              <a:off x="3323446" y="2549681"/>
              <a:ext cx="11464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Pair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0FD0605-7C22-3648-9C07-5E9767483A16}"/>
                </a:ext>
              </a:extLst>
            </p:cNvPr>
            <p:cNvSpPr/>
            <p:nvPr/>
          </p:nvSpPr>
          <p:spPr>
            <a:xfrm>
              <a:off x="1598257" y="2536770"/>
              <a:ext cx="3658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1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55A1DB7-2FC3-F14D-B20C-5E387AA7D25B}"/>
                </a:ext>
              </a:extLst>
            </p:cNvPr>
            <p:cNvSpPr/>
            <p:nvPr/>
          </p:nvSpPr>
          <p:spPr>
            <a:xfrm>
              <a:off x="2394301" y="2535234"/>
              <a:ext cx="455574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2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E064E8-16F3-6C4F-BDEC-3150872C7CBE}"/>
                </a:ext>
              </a:extLst>
            </p:cNvPr>
            <p:cNvSpPr/>
            <p:nvPr/>
          </p:nvSpPr>
          <p:spPr>
            <a:xfrm>
              <a:off x="1376991" y="2316694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1E9B2C9-6DF5-E14B-B13E-15CC143401AA}"/>
              </a:ext>
            </a:extLst>
          </p:cNvPr>
          <p:cNvGrpSpPr/>
          <p:nvPr/>
        </p:nvGrpSpPr>
        <p:grpSpPr>
          <a:xfrm>
            <a:off x="1376991" y="4563848"/>
            <a:ext cx="3224369" cy="1112306"/>
            <a:chOff x="1376991" y="3647540"/>
            <a:chExt cx="3224369" cy="111230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BE27CE1-F4FE-6C46-A328-AFA44F74CC11}"/>
                </a:ext>
              </a:extLst>
            </p:cNvPr>
            <p:cNvSpPr txBox="1"/>
            <p:nvPr/>
          </p:nvSpPr>
          <p:spPr>
            <a:xfrm>
              <a:off x="3323446" y="3880527"/>
              <a:ext cx="12779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Bool</a:t>
              </a:r>
              <a:endParaRPr lang="en-US" sz="3600" b="1" u="sng" dirty="0">
                <a:solidFill>
                  <a:srgbClr val="287897"/>
                </a:solidFill>
                <a:latin typeface="Comfortaa" pitchFamily="2" charset="0"/>
                <a:ea typeface="+mj-ea"/>
                <a:cs typeface="+mj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3952E4C-AF24-7048-B1BD-452E4060B192}"/>
                </a:ext>
              </a:extLst>
            </p:cNvPr>
            <p:cNvSpPr/>
            <p:nvPr/>
          </p:nvSpPr>
          <p:spPr>
            <a:xfrm>
              <a:off x="1598257" y="3867616"/>
              <a:ext cx="48923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T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8BE6121-ADD7-B84D-823A-461DAC1FD3EE}"/>
                </a:ext>
              </a:extLst>
            </p:cNvPr>
            <p:cNvSpPr/>
            <p:nvPr/>
          </p:nvSpPr>
          <p:spPr>
            <a:xfrm>
              <a:off x="2394301" y="3866080"/>
              <a:ext cx="473206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srgbClr val="287897"/>
                  </a:solidFill>
                  <a:latin typeface="Comfortaa" pitchFamily="2" charset="0"/>
                  <a:ea typeface="+mj-ea"/>
                  <a:cs typeface="+mj-cs"/>
                </a:rPr>
                <a:t>F</a:t>
              </a:r>
              <a:endParaRPr lang="en-US" sz="1200" baseline="-25000" dirty="0">
                <a:solidFill>
                  <a:srgbClr val="287897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8F1185-5035-C440-B654-39A2845338B7}"/>
                </a:ext>
              </a:extLst>
            </p:cNvPr>
            <p:cNvSpPr/>
            <p:nvPr/>
          </p:nvSpPr>
          <p:spPr>
            <a:xfrm>
              <a:off x="1376991" y="3647540"/>
              <a:ext cx="1737976" cy="1112306"/>
            </a:xfrm>
            <a:prstGeom prst="rect">
              <a:avLst/>
            </a:prstGeom>
            <a:noFill/>
            <a:ln w="57150">
              <a:solidFill>
                <a:srgbClr val="2878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24368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1081</TotalTime>
  <Words>1356</Words>
  <Application>Microsoft Macintosh PowerPoint</Application>
  <PresentationFormat>Widescreen</PresentationFormat>
  <Paragraphs>301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3270-MEDIUM</vt:lpstr>
      <vt:lpstr>Arial</vt:lpstr>
      <vt:lpstr>Candara</vt:lpstr>
      <vt:lpstr>Comfortaa</vt:lpstr>
      <vt:lpstr>Comfortaa Light</vt:lpstr>
      <vt:lpstr>Optima</vt:lpstr>
      <vt:lpstr>Office Theme</vt:lpstr>
      <vt:lpstr>Status Update</vt:lpstr>
      <vt:lpstr>PowerPoint Presentation</vt:lpstr>
      <vt:lpstr>PowerPoint Presentation</vt:lpstr>
      <vt:lpstr>Concept Hierarchy</vt:lpstr>
      <vt:lpstr>CatML Assistant: UX/UI</vt:lpstr>
      <vt:lpstr>Working Functorially</vt:lpstr>
      <vt:lpstr>Functors in Q</vt:lpstr>
      <vt:lpstr>Flow</vt:lpstr>
      <vt:lpstr>GAT→QSvc</vt:lpstr>
      <vt:lpstr>Flow</vt:lpstr>
      <vt:lpstr>GAT→QSvc</vt:lpstr>
      <vt:lpstr>Flow</vt:lpstr>
      <vt:lpstr>GAT→QSvc</vt:lpstr>
      <vt:lpstr>Flow</vt:lpstr>
      <vt:lpstr>Flow</vt:lpstr>
      <vt:lpstr>Flow</vt:lpstr>
      <vt:lpstr>Flow</vt:lpstr>
      <vt:lpstr>Wiring Diagram to Function Graph</vt:lpstr>
      <vt:lpstr>PowerPoint Presentation</vt:lpstr>
      <vt:lpstr>Monoid</vt:lpstr>
      <vt:lpstr>Functor  T: A → Set</vt:lpstr>
      <vt:lpstr>∀a∈ A, T(a):T(•) → T(•)</vt:lpstr>
      <vt:lpstr>∀a∈ A, T(a):T(•) → T(•)</vt:lpstr>
      <vt:lpstr>This functor is like choice</vt:lpstr>
      <vt:lpstr>This functor is like pair</vt:lpstr>
      <vt:lpstr>Sameness is isomorphism</vt:lpstr>
      <vt:lpstr>Match the pattern</vt:lpstr>
      <vt:lpstr>Match the pattern</vt:lpstr>
      <vt:lpstr>Match the pattern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Donald Thompson</dc:creator>
  <cp:lastModifiedBy>Donald Thompson</cp:lastModifiedBy>
  <cp:revision>26</cp:revision>
  <dcterms:created xsi:type="dcterms:W3CDTF">2020-10-22T11:04:50Z</dcterms:created>
  <dcterms:modified xsi:type="dcterms:W3CDTF">2020-10-24T16:54:52Z</dcterms:modified>
</cp:coreProperties>
</file>