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312" r:id="rId2"/>
    <p:sldId id="313" r:id="rId3"/>
    <p:sldId id="258" r:id="rId4"/>
    <p:sldId id="301" r:id="rId5"/>
    <p:sldId id="297" r:id="rId6"/>
    <p:sldId id="310" r:id="rId7"/>
    <p:sldId id="302" r:id="rId8"/>
    <p:sldId id="303" r:id="rId9"/>
    <p:sldId id="304" r:id="rId10"/>
    <p:sldId id="305" r:id="rId11"/>
    <p:sldId id="307" r:id="rId12"/>
    <p:sldId id="308" r:id="rId13"/>
    <p:sldId id="309" r:id="rId14"/>
    <p:sldId id="311" r:id="rId15"/>
    <p:sldId id="298" r:id="rId16"/>
    <p:sldId id="259" r:id="rId17"/>
    <p:sldId id="299" r:id="rId18"/>
    <p:sldId id="300" r:id="rId19"/>
    <p:sldId id="284" r:id="rId20"/>
    <p:sldId id="285" r:id="rId21"/>
    <p:sldId id="291" r:id="rId22"/>
    <p:sldId id="280" r:id="rId23"/>
    <p:sldId id="286" r:id="rId24"/>
    <p:sldId id="28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F48812-B3B1-3841-8886-52AE252184F3}">
          <p14:sldIdLst>
            <p14:sldId id="312"/>
            <p14:sldId id="313"/>
            <p14:sldId id="258"/>
            <p14:sldId id="301"/>
            <p14:sldId id="297"/>
            <p14:sldId id="310"/>
            <p14:sldId id="302"/>
            <p14:sldId id="303"/>
            <p14:sldId id="304"/>
            <p14:sldId id="305"/>
            <p14:sldId id="307"/>
            <p14:sldId id="308"/>
            <p14:sldId id="309"/>
            <p14:sldId id="311"/>
            <p14:sldId id="298"/>
            <p14:sldId id="259"/>
            <p14:sldId id="299"/>
            <p14:sldId id="300"/>
          </p14:sldIdLst>
        </p14:section>
        <p14:section name="Untitled Section" id="{6F57EDC9-54F1-8649-AD91-29C18F69C61D}">
          <p14:sldIdLst>
            <p14:sldId id="284"/>
            <p14:sldId id="285"/>
            <p14:sldId id="291"/>
            <p14:sldId id="280"/>
            <p14:sldId id="286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E2E"/>
    <a:srgbClr val="FF7E1C"/>
    <a:srgbClr val="1E2424"/>
    <a:srgbClr val="161A1A"/>
    <a:srgbClr val="24598E"/>
    <a:srgbClr val="287897"/>
    <a:srgbClr val="287896"/>
    <a:srgbClr val="FF004A"/>
    <a:srgbClr val="1F72C2"/>
    <a:srgbClr val="0823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03"/>
    <p:restoredTop sz="94710"/>
  </p:normalViewPr>
  <p:slideViewPr>
    <p:cSldViewPr snapToGrid="0" snapToObjects="1">
      <p:cViewPr varScale="1">
        <p:scale>
          <a:sx n="116" d="100"/>
          <a:sy n="116" d="100"/>
        </p:scale>
        <p:origin x="208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C20C91-A250-EA40-927B-7478A1DE19FC}" type="doc">
      <dgm:prSet loTypeId="urn:microsoft.com/office/officeart/2005/8/layout/hierarchy4" loCatId="" qsTypeId="urn:microsoft.com/office/officeart/2005/8/quickstyle/simple5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E259AAFA-47B3-E845-91C1-CB5541F16BE0}">
      <dgm:prSet phldrT="[Text]"/>
      <dgm:spPr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Operational Domain Models</a:t>
          </a:r>
        </a:p>
      </dgm:t>
    </dgm:pt>
    <dgm:pt modelId="{E6F74968-5B37-3D4C-8449-436115446EAB}" type="par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FA0515B-0369-AB44-96C8-3F50177F4F4B}" type="sib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0B910D-1DB7-B446-A501-2BB1A75BE6E2}">
      <dgm:prSet phldrT="[Text]"/>
      <dgm:spPr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Algebraic Computing</a:t>
          </a:r>
        </a:p>
      </dgm:t>
    </dgm:pt>
    <dgm:pt modelId="{AD6CB5D1-562C-414E-87B0-D869F4D5E00A}" type="par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7E1170A-0C4F-F741-A8DC-357D902B5600}" type="sib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104E7EA-922E-DF47-AC73-66D6985ADA57}">
      <dgm:prSet phldrT="[Text]"/>
      <dgm:spPr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Models in Theories</a:t>
          </a:r>
        </a:p>
      </dgm:t>
    </dgm:pt>
    <dgm:pt modelId="{778E5BB6-9998-7944-87B1-1CDD3FE2C94F}" type="par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AE4C18E0-C97B-754B-B063-0B99E1C805BA}" type="sib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1511C3A7-7AE3-E44E-934D-BA86B7C3D081}">
      <dgm:prSet phldrT="[Text]"/>
      <dgm:sp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MBSE</a:t>
          </a:r>
        </a:p>
      </dgm:t>
    </dgm:pt>
    <dgm:pt modelId="{92ACB6F4-9D68-6D45-A2C7-9160992FC819}" type="par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9BA77DC-12E2-954A-8D4B-0371F00F35B6}" type="sib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B9B8AB-63AB-A44E-9774-6C58BEED5E9E}">
      <dgm:prSet phldrT="[Text]"/>
      <dgm:spPr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 err="1">
              <a:latin typeface="Comfortaa" pitchFamily="2" charset="0"/>
            </a:rPr>
            <a:t>CatML</a:t>
          </a:r>
          <a:endParaRPr lang="en-US" dirty="0">
            <a:latin typeface="Comfortaa" pitchFamily="2" charset="0"/>
          </a:endParaRPr>
        </a:p>
      </dgm:t>
    </dgm:pt>
    <dgm:pt modelId="{54658640-3645-D147-8343-D045472A03F8}" type="par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4C4E990-FA7A-514B-A932-E50F39A0987A}" type="sib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2BC54243-A1D0-AF4E-8AA7-5F31EE929C1E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gm:t>
    </dgm:pt>
    <dgm:pt modelId="{203EA515-FA15-EB48-A129-B7AF023D8B5A}" type="par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C0CBBDE-DA88-8D41-A372-CD13B146E83A}" type="sib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3DB23FA-4C85-B247-844F-D2A426FE4B0B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gm:t>
    </dgm:pt>
    <dgm:pt modelId="{82570845-E333-FD40-8E8B-BF47A7915B4A}" type="par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C3AF9F0-EF66-2847-BD9B-E736AAE8957D}" type="sib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8029C3D-3204-D042-8954-368BC200B6AD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gm:t>
    </dgm:pt>
    <dgm:pt modelId="{8B976B22-5EAA-D04B-A3EE-1896B664434C}" type="par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5AF509D-7508-B04D-8320-E24D1A29FE25}" type="sib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F19BF1E-4D67-E141-88FF-C5C9F1C4469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gm:t>
    </dgm:pt>
    <dgm:pt modelId="{0371C149-5041-1F4F-B7C3-A4738EF3E959}" type="par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C53B909-6482-A043-B67E-1FBA71DEACEE}" type="sib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6FC5D84-B6F4-BA4A-BEA0-978E30E5535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gm:t>
    </dgm:pt>
    <dgm:pt modelId="{379E9F68-2AB5-5147-93F5-6B90FE527AE8}" type="par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9ABDB04-0648-5E44-A97B-08C01298A136}" type="sib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CD55E68-3EA7-5346-A5FD-EE5AD07F886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gm:t>
    </dgm:pt>
    <dgm:pt modelId="{2CB308EB-2B2E-DE47-9DB3-8BCD51F3D7FE}" type="par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ABC3037-2B4D-1843-97CA-3ADB1D4C2572}" type="sib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776AEDE-6489-E84B-810C-A32C51362F2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gm:t>
    </dgm:pt>
    <dgm:pt modelId="{EB5E6AFE-D41F-6040-99CD-638F06551AC3}" type="par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FA4A4DA-786C-7745-969A-0885EA459F0E}" type="sib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41C9FD5-3B68-4C4B-AE85-142973C0037E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gm:t>
    </dgm:pt>
    <dgm:pt modelId="{A935ABD7-1DCD-A74A-96ED-5BB9B1A62ADA}" type="par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41D3ABC-6243-3C44-9B89-1FD531A7F5C1}" type="sib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76F1465-BEA0-CA45-B6F2-35437E4BA11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gm:t>
    </dgm:pt>
    <dgm:pt modelId="{3EA1837B-C563-4241-95E9-43131673F2CA}" type="par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572AF48-F0FC-2347-A0D3-030A7CF38042}" type="sib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1B070DF-4293-0F4B-B337-F87B16B3990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gm:t>
    </dgm:pt>
    <dgm:pt modelId="{21A152B4-32C1-7040-BB11-A45C790530F0}" type="par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98C5AEB-E3D4-154D-AC61-1E8357C31B45}" type="sib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AE5B034-4A0E-224C-B5D5-C31294D6971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gm:t>
    </dgm:pt>
    <dgm:pt modelId="{1C8453C9-4899-654C-942F-F34EB8307C12}" type="parTrans" cxnId="{B9E2D2AC-FB34-CA4C-B179-8FFC261DC05C}">
      <dgm:prSet/>
      <dgm:spPr/>
      <dgm:t>
        <a:bodyPr/>
        <a:lstStyle/>
        <a:p>
          <a:endParaRPr lang="en-US"/>
        </a:p>
      </dgm:t>
    </dgm:pt>
    <dgm:pt modelId="{20C92CC4-60FA-E642-8DF3-128C5AE80BA5}" type="sibTrans" cxnId="{B9E2D2AC-FB34-CA4C-B179-8FFC261DC05C}">
      <dgm:prSet/>
      <dgm:spPr/>
      <dgm:t>
        <a:bodyPr/>
        <a:lstStyle/>
        <a:p>
          <a:endParaRPr lang="en-US"/>
        </a:p>
      </dgm:t>
    </dgm:pt>
    <dgm:pt modelId="{211DB7E7-1B4E-F548-A55B-8CD099AB0426}" type="pres">
      <dgm:prSet presAssocID="{F6C20C91-A250-EA40-927B-7478A1DE19FC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66FE7DE-8536-5649-AF31-8342F987B15F}" type="pres">
      <dgm:prSet presAssocID="{E259AAFA-47B3-E845-91C1-CB5541F16BE0}" presName="vertOne" presStyleCnt="0"/>
      <dgm:spPr/>
    </dgm:pt>
    <dgm:pt modelId="{50122404-9043-5343-8B7E-CE4DAA17B8DA}" type="pres">
      <dgm:prSet presAssocID="{E259AAFA-47B3-E845-91C1-CB5541F16BE0}" presName="txOne" presStyleLbl="node0" presStyleIdx="0" presStyleCnt="1">
        <dgm:presLayoutVars>
          <dgm:chPref val="3"/>
        </dgm:presLayoutVars>
      </dgm:prSet>
      <dgm:spPr/>
    </dgm:pt>
    <dgm:pt modelId="{1A3C4FF8-CBF7-4E43-A960-F831712BD220}" type="pres">
      <dgm:prSet presAssocID="{E259AAFA-47B3-E845-91C1-CB5541F16BE0}" presName="parTransOne" presStyleCnt="0"/>
      <dgm:spPr/>
    </dgm:pt>
    <dgm:pt modelId="{0CE3323B-FEC7-C74F-BD1D-E8FDDE0B9F0E}" type="pres">
      <dgm:prSet presAssocID="{E259AAFA-47B3-E845-91C1-CB5541F16BE0}" presName="horzOne" presStyleCnt="0"/>
      <dgm:spPr/>
    </dgm:pt>
    <dgm:pt modelId="{E8E7A6CD-EC8F-2B4D-A302-C26B98878CD4}" type="pres">
      <dgm:prSet presAssocID="{1511C3A7-7AE3-E44E-934D-BA86B7C3D081}" presName="vertTwo" presStyleCnt="0"/>
      <dgm:spPr/>
    </dgm:pt>
    <dgm:pt modelId="{FA4EDECC-87D6-0848-B75C-E1BAC0BD3BEE}" type="pres">
      <dgm:prSet presAssocID="{1511C3A7-7AE3-E44E-934D-BA86B7C3D081}" presName="txTwo" presStyleLbl="node2" presStyleIdx="0" presStyleCnt="1">
        <dgm:presLayoutVars>
          <dgm:chPref val="3"/>
        </dgm:presLayoutVars>
      </dgm:prSet>
      <dgm:spPr/>
    </dgm:pt>
    <dgm:pt modelId="{77C3DDDE-4274-A344-849B-0E42395DF0AA}" type="pres">
      <dgm:prSet presAssocID="{1511C3A7-7AE3-E44E-934D-BA86B7C3D081}" presName="parTransTwo" presStyleCnt="0"/>
      <dgm:spPr/>
    </dgm:pt>
    <dgm:pt modelId="{07D59346-D607-7C4F-9880-3178C332469C}" type="pres">
      <dgm:prSet presAssocID="{1511C3A7-7AE3-E44E-934D-BA86B7C3D081}" presName="horzTwo" presStyleCnt="0"/>
      <dgm:spPr/>
    </dgm:pt>
    <dgm:pt modelId="{EBE9D578-2F56-C847-AFC3-8A10852A84EA}" type="pres">
      <dgm:prSet presAssocID="{62B9B8AB-63AB-A44E-9774-6C58BEED5E9E}" presName="vertThree" presStyleCnt="0"/>
      <dgm:spPr/>
    </dgm:pt>
    <dgm:pt modelId="{E9A69E59-4CCD-4C4B-8AD5-5F8233BFB132}" type="pres">
      <dgm:prSet presAssocID="{62B9B8AB-63AB-A44E-9774-6C58BEED5E9E}" presName="txThree" presStyleLbl="node3" presStyleIdx="0" presStyleCnt="1">
        <dgm:presLayoutVars>
          <dgm:chPref val="3"/>
        </dgm:presLayoutVars>
      </dgm:prSet>
      <dgm:spPr/>
    </dgm:pt>
    <dgm:pt modelId="{8420CEED-04E1-BF42-88A3-1DBE0EA5B504}" type="pres">
      <dgm:prSet presAssocID="{62B9B8AB-63AB-A44E-9774-6C58BEED5E9E}" presName="parTransThree" presStyleCnt="0"/>
      <dgm:spPr/>
    </dgm:pt>
    <dgm:pt modelId="{CA73B50E-D4B3-B64C-8387-D0445C4F3E16}" type="pres">
      <dgm:prSet presAssocID="{62B9B8AB-63AB-A44E-9774-6C58BEED5E9E}" presName="horzThree" presStyleCnt="0"/>
      <dgm:spPr/>
    </dgm:pt>
    <dgm:pt modelId="{86F4C4A6-CFE9-5342-8739-D8E74BF49114}" type="pres">
      <dgm:prSet presAssocID="{620B910D-1DB7-B446-A501-2BB1A75BE6E2}" presName="vertFour" presStyleCnt="0">
        <dgm:presLayoutVars>
          <dgm:chPref val="3"/>
        </dgm:presLayoutVars>
      </dgm:prSet>
      <dgm:spPr/>
    </dgm:pt>
    <dgm:pt modelId="{B3BAAD14-6CD3-1F4D-99B6-3709B19A5977}" type="pres">
      <dgm:prSet presAssocID="{620B910D-1DB7-B446-A501-2BB1A75BE6E2}" presName="txFour" presStyleLbl="node4" presStyleIdx="0" presStyleCnt="13">
        <dgm:presLayoutVars>
          <dgm:chPref val="3"/>
        </dgm:presLayoutVars>
      </dgm:prSet>
      <dgm:spPr/>
    </dgm:pt>
    <dgm:pt modelId="{C3EF1B53-4F2C-524D-8EBA-2D9A5D3B82B9}" type="pres">
      <dgm:prSet presAssocID="{620B910D-1DB7-B446-A501-2BB1A75BE6E2}" presName="parTransFour" presStyleCnt="0"/>
      <dgm:spPr/>
    </dgm:pt>
    <dgm:pt modelId="{EF63E4D5-D7C8-9146-AD1D-17F47D96BEA5}" type="pres">
      <dgm:prSet presAssocID="{620B910D-1DB7-B446-A501-2BB1A75BE6E2}" presName="horzFour" presStyleCnt="0"/>
      <dgm:spPr/>
    </dgm:pt>
    <dgm:pt modelId="{F0D8F055-327A-5540-A0CD-145987467205}" type="pres">
      <dgm:prSet presAssocID="{6104E7EA-922E-DF47-AC73-66D6985ADA57}" presName="vertFour" presStyleCnt="0">
        <dgm:presLayoutVars>
          <dgm:chPref val="3"/>
        </dgm:presLayoutVars>
      </dgm:prSet>
      <dgm:spPr/>
    </dgm:pt>
    <dgm:pt modelId="{0C625EC5-B8EB-2841-AAAE-3B840D0407D3}" type="pres">
      <dgm:prSet presAssocID="{6104E7EA-922E-DF47-AC73-66D6985ADA57}" presName="txFour" presStyleLbl="node4" presStyleIdx="1" presStyleCnt="13">
        <dgm:presLayoutVars>
          <dgm:chPref val="3"/>
        </dgm:presLayoutVars>
      </dgm:prSet>
      <dgm:spPr/>
    </dgm:pt>
    <dgm:pt modelId="{8F770837-291A-C743-9888-5572D4BA5B27}" type="pres">
      <dgm:prSet presAssocID="{6104E7EA-922E-DF47-AC73-66D6985ADA57}" presName="parTransFour" presStyleCnt="0"/>
      <dgm:spPr/>
    </dgm:pt>
    <dgm:pt modelId="{4E25B9E3-5B60-9148-97B9-801EE282E499}" type="pres">
      <dgm:prSet presAssocID="{6104E7EA-922E-DF47-AC73-66D6985ADA57}" presName="horzFour" presStyleCnt="0"/>
      <dgm:spPr/>
    </dgm:pt>
    <dgm:pt modelId="{E25572F0-A5B3-6647-BAB9-4F8F1D39C9EC}" type="pres">
      <dgm:prSet presAssocID="{2BC54243-A1D0-AF4E-8AA7-5F31EE929C1E}" presName="vertFour" presStyleCnt="0">
        <dgm:presLayoutVars>
          <dgm:chPref val="3"/>
        </dgm:presLayoutVars>
      </dgm:prSet>
      <dgm:spPr/>
    </dgm:pt>
    <dgm:pt modelId="{CD4B9C5C-DB68-7846-A351-9CBE451C3329}" type="pres">
      <dgm:prSet presAssocID="{2BC54243-A1D0-AF4E-8AA7-5F31EE929C1E}" presName="txFour" presStyleLbl="node4" presStyleIdx="2" presStyleCnt="13">
        <dgm:presLayoutVars>
          <dgm:chPref val="3"/>
        </dgm:presLayoutVars>
      </dgm:prSet>
      <dgm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</dgm:spPr>
    </dgm:pt>
    <dgm:pt modelId="{3E7EED21-35E3-FF4B-AB35-6C5CBA5B55DE}" type="pres">
      <dgm:prSet presAssocID="{2BC54243-A1D0-AF4E-8AA7-5F31EE929C1E}" presName="parTransFour" presStyleCnt="0"/>
      <dgm:spPr/>
    </dgm:pt>
    <dgm:pt modelId="{91A3001F-222C-5840-A6CD-36BF77441E85}" type="pres">
      <dgm:prSet presAssocID="{2BC54243-A1D0-AF4E-8AA7-5F31EE929C1E}" presName="horzFour" presStyleCnt="0"/>
      <dgm:spPr/>
    </dgm:pt>
    <dgm:pt modelId="{F9A99654-ECEC-904D-935B-64B1F7DC8013}" type="pres">
      <dgm:prSet presAssocID="{DAE5B034-4A0E-224C-B5D5-C31294D6971A}" presName="vertFour" presStyleCnt="0">
        <dgm:presLayoutVars>
          <dgm:chPref val="3"/>
        </dgm:presLayoutVars>
      </dgm:prSet>
      <dgm:spPr/>
    </dgm:pt>
    <dgm:pt modelId="{C84B7433-2F3C-C24C-AAEA-376C8270B64E}" type="pres">
      <dgm:prSet presAssocID="{DAE5B034-4A0E-224C-B5D5-C31294D6971A}" presName="txFour" presStyleLbl="node4" presStyleIdx="3" presStyleCnt="13">
        <dgm:presLayoutVars>
          <dgm:chPref val="3"/>
        </dgm:presLayoutVars>
      </dgm:prSet>
      <dgm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9B8E8795-1151-5C49-8608-37AC100758FE}" type="pres">
      <dgm:prSet presAssocID="{DAE5B034-4A0E-224C-B5D5-C31294D6971A}" presName="horzFour" presStyleCnt="0"/>
      <dgm:spPr/>
    </dgm:pt>
    <dgm:pt modelId="{5F667D5F-5DEF-2C42-B142-B82F6B4C801B}" type="pres">
      <dgm:prSet presAssocID="{8C0CBBDE-DA88-8D41-A372-CD13B146E83A}" presName="sibSpaceFour" presStyleCnt="0"/>
      <dgm:spPr/>
    </dgm:pt>
    <dgm:pt modelId="{CC6BF1FB-B16C-8545-B02A-D01614480AF5}" type="pres">
      <dgm:prSet presAssocID="{F3DB23FA-4C85-B247-844F-D2A426FE4B0B}" presName="vertFour" presStyleCnt="0">
        <dgm:presLayoutVars>
          <dgm:chPref val="3"/>
        </dgm:presLayoutVars>
      </dgm:prSet>
      <dgm:spPr/>
    </dgm:pt>
    <dgm:pt modelId="{DDC25A61-BF72-E64B-87B7-1E38DEB82BA1}" type="pres">
      <dgm:prSet presAssocID="{F3DB23FA-4C85-B247-844F-D2A426FE4B0B}" presName="txFour" presStyleLbl="node4" presStyleIdx="4" presStyleCnt="13">
        <dgm:presLayoutVars>
          <dgm:chPref val="3"/>
        </dgm:presLayoutVars>
      </dgm:prSet>
      <dgm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</dgm:spPr>
    </dgm:pt>
    <dgm:pt modelId="{1AF143C5-3534-364F-82E1-455C35021721}" type="pres">
      <dgm:prSet presAssocID="{F3DB23FA-4C85-B247-844F-D2A426FE4B0B}" presName="parTransFour" presStyleCnt="0"/>
      <dgm:spPr/>
    </dgm:pt>
    <dgm:pt modelId="{655D0C90-4285-F746-884E-F04985B90967}" type="pres">
      <dgm:prSet presAssocID="{F3DB23FA-4C85-B247-844F-D2A426FE4B0B}" presName="horzFour" presStyleCnt="0"/>
      <dgm:spPr/>
    </dgm:pt>
    <dgm:pt modelId="{C969A01B-3D70-E940-BF55-15C072DE7201}" type="pres">
      <dgm:prSet presAssocID="{D6FC5D84-B6F4-BA4A-BEA0-978E30E5535A}" presName="vertFour" presStyleCnt="0">
        <dgm:presLayoutVars>
          <dgm:chPref val="3"/>
        </dgm:presLayoutVars>
      </dgm:prSet>
      <dgm:spPr/>
    </dgm:pt>
    <dgm:pt modelId="{DF5FCE03-678C-254A-8244-576B461ED360}" type="pres">
      <dgm:prSet presAssocID="{D6FC5D84-B6F4-BA4A-BEA0-978E30E5535A}" presName="txFour" presStyleLbl="node4" presStyleIdx="5" presStyleCnt="13">
        <dgm:presLayoutVars>
          <dgm:chPref val="3"/>
        </dgm:presLayoutVars>
      </dgm:prSet>
      <dgm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E35FFFAB-A584-1B4E-901D-BC37857A534E}" type="pres">
      <dgm:prSet presAssocID="{D6FC5D84-B6F4-BA4A-BEA0-978E30E5535A}" presName="horzFour" presStyleCnt="0"/>
      <dgm:spPr/>
    </dgm:pt>
    <dgm:pt modelId="{3CB73A60-C191-1744-80A2-02E3388B29AC}" type="pres">
      <dgm:prSet presAssocID="{D9ABDB04-0648-5E44-A97B-08C01298A136}" presName="sibSpaceFour" presStyleCnt="0"/>
      <dgm:spPr/>
    </dgm:pt>
    <dgm:pt modelId="{93488D10-E950-E240-ACEA-7D808A1C09A7}" type="pres">
      <dgm:prSet presAssocID="{7CD55E68-3EA7-5346-A5FD-EE5AD07F8864}" presName="vertFour" presStyleCnt="0">
        <dgm:presLayoutVars>
          <dgm:chPref val="3"/>
        </dgm:presLayoutVars>
      </dgm:prSet>
      <dgm:spPr/>
    </dgm:pt>
    <dgm:pt modelId="{4062AFFF-85E2-D046-A5E8-B8841671DADB}" type="pres">
      <dgm:prSet presAssocID="{7CD55E68-3EA7-5346-A5FD-EE5AD07F8864}" presName="txFour" presStyleLbl="node4" presStyleIdx="6" presStyleCnt="13">
        <dgm:presLayoutVars>
          <dgm:chPref val="3"/>
        </dgm:presLayoutVars>
      </dgm:prSet>
      <dgm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2BB8D1C-B6E4-3546-AE83-D35A5B929727}" type="pres">
      <dgm:prSet presAssocID="{7CD55E68-3EA7-5346-A5FD-EE5AD07F8864}" presName="horzFour" presStyleCnt="0"/>
      <dgm:spPr/>
    </dgm:pt>
    <dgm:pt modelId="{1B20D658-C1FF-8248-9D4A-19F58B2579A9}" type="pres">
      <dgm:prSet presAssocID="{0ABC3037-2B4D-1843-97CA-3ADB1D4C2572}" presName="sibSpaceFour" presStyleCnt="0"/>
      <dgm:spPr/>
    </dgm:pt>
    <dgm:pt modelId="{8F499A44-6FE5-8749-A9CB-CF224D7403D2}" type="pres">
      <dgm:prSet presAssocID="{9776AEDE-6489-E84B-810C-A32C51362F24}" presName="vertFour" presStyleCnt="0">
        <dgm:presLayoutVars>
          <dgm:chPref val="3"/>
        </dgm:presLayoutVars>
      </dgm:prSet>
      <dgm:spPr/>
    </dgm:pt>
    <dgm:pt modelId="{89F9CF55-25DA-964D-8C45-D4FA1A305F70}" type="pres">
      <dgm:prSet presAssocID="{9776AEDE-6489-E84B-810C-A32C51362F24}" presName="txFour" presStyleLbl="node4" presStyleIdx="7" presStyleCnt="13">
        <dgm:presLayoutVars>
          <dgm:chPref val="3"/>
        </dgm:presLayoutVars>
      </dgm:prSet>
      <dgm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D2E65FE-88F4-694D-B907-B89580DF0495}" type="pres">
      <dgm:prSet presAssocID="{9776AEDE-6489-E84B-810C-A32C51362F24}" presName="horzFour" presStyleCnt="0"/>
      <dgm:spPr/>
    </dgm:pt>
    <dgm:pt modelId="{D43DD2E2-7466-A14E-A58D-51BF63EEE02F}" type="pres">
      <dgm:prSet presAssocID="{4C3AF9F0-EF66-2847-BD9B-E736AAE8957D}" presName="sibSpaceFour" presStyleCnt="0"/>
      <dgm:spPr/>
    </dgm:pt>
    <dgm:pt modelId="{7162C06B-FB60-8048-9A67-DC58DF1B6478}" type="pres">
      <dgm:prSet presAssocID="{E8029C3D-3204-D042-8954-368BC200B6AD}" presName="vertFour" presStyleCnt="0">
        <dgm:presLayoutVars>
          <dgm:chPref val="3"/>
        </dgm:presLayoutVars>
      </dgm:prSet>
      <dgm:spPr/>
    </dgm:pt>
    <dgm:pt modelId="{5A4CD250-3F8C-EE48-A23F-C4EB38B05826}" type="pres">
      <dgm:prSet presAssocID="{E8029C3D-3204-D042-8954-368BC200B6AD}" presName="txFour" presStyleLbl="node4" presStyleIdx="8" presStyleCnt="13">
        <dgm:presLayoutVars>
          <dgm:chPref val="3"/>
        </dgm:presLayoutVars>
      </dgm:prSet>
      <dgm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</dgm:spPr>
    </dgm:pt>
    <dgm:pt modelId="{AC221C76-2770-E14A-AC73-98D0559BF5F6}" type="pres">
      <dgm:prSet presAssocID="{E8029C3D-3204-D042-8954-368BC200B6AD}" presName="parTransFour" presStyleCnt="0"/>
      <dgm:spPr/>
    </dgm:pt>
    <dgm:pt modelId="{6BCB6C5D-8022-0041-9D68-8F8275D69064}" type="pres">
      <dgm:prSet presAssocID="{E8029C3D-3204-D042-8954-368BC200B6AD}" presName="horzFour" presStyleCnt="0"/>
      <dgm:spPr/>
    </dgm:pt>
    <dgm:pt modelId="{0A66C48F-2138-A844-AA3C-CE8A37ACFB14}" type="pres">
      <dgm:prSet presAssocID="{CF19BF1E-4D67-E141-88FF-C5C9F1C44698}" presName="vertFour" presStyleCnt="0">
        <dgm:presLayoutVars>
          <dgm:chPref val="3"/>
        </dgm:presLayoutVars>
      </dgm:prSet>
      <dgm:spPr/>
    </dgm:pt>
    <dgm:pt modelId="{6FFF63E7-2999-2D4D-AE4E-8D5A452097ED}" type="pres">
      <dgm:prSet presAssocID="{CF19BF1E-4D67-E141-88FF-C5C9F1C44698}" presName="txFour" presStyleLbl="node4" presStyleIdx="9" presStyleCnt="13">
        <dgm:presLayoutVars>
          <dgm:chPref val="3"/>
        </dgm:presLayoutVars>
      </dgm:prSet>
      <dgm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77F2B67E-6C87-1A4C-80F1-718DD41C99B5}" type="pres">
      <dgm:prSet presAssocID="{CF19BF1E-4D67-E141-88FF-C5C9F1C44698}" presName="horzFour" presStyleCnt="0"/>
      <dgm:spPr/>
    </dgm:pt>
    <dgm:pt modelId="{836E989D-E98C-824D-B0E1-9227DA8E198D}" type="pres">
      <dgm:prSet presAssocID="{0C53B909-6482-A043-B67E-1FBA71DEACEE}" presName="sibSpaceFour" presStyleCnt="0"/>
      <dgm:spPr/>
    </dgm:pt>
    <dgm:pt modelId="{E0F51997-7442-D243-93D6-BB88AFE36C10}" type="pres">
      <dgm:prSet presAssocID="{E41C9FD5-3B68-4C4B-AE85-142973C0037E}" presName="vertFour" presStyleCnt="0">
        <dgm:presLayoutVars>
          <dgm:chPref val="3"/>
        </dgm:presLayoutVars>
      </dgm:prSet>
      <dgm:spPr/>
    </dgm:pt>
    <dgm:pt modelId="{40815CA2-1E42-ED40-97A8-FC7E4A190301}" type="pres">
      <dgm:prSet presAssocID="{E41C9FD5-3B68-4C4B-AE85-142973C0037E}" presName="txFour" presStyleLbl="node4" presStyleIdx="10" presStyleCnt="13">
        <dgm:presLayoutVars>
          <dgm:chPref val="3"/>
        </dgm:presLayoutVars>
      </dgm:prSet>
      <dgm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8BF0D61D-0CD0-974D-8D3F-8EC22EBDB7C2}" type="pres">
      <dgm:prSet presAssocID="{E41C9FD5-3B68-4C4B-AE85-142973C0037E}" presName="horzFour" presStyleCnt="0"/>
      <dgm:spPr/>
    </dgm:pt>
    <dgm:pt modelId="{2F74EB5B-5ADF-4C47-BA88-F0A07ADCA70E}" type="pres">
      <dgm:prSet presAssocID="{941D3ABC-6243-3C44-9B89-1FD531A7F5C1}" presName="sibSpaceFour" presStyleCnt="0"/>
      <dgm:spPr/>
    </dgm:pt>
    <dgm:pt modelId="{C8D28629-89B6-0D41-A9C6-4EC27E54BF6C}" type="pres">
      <dgm:prSet presAssocID="{D76F1465-BEA0-CA45-B6F2-35437E4BA118}" presName="vertFour" presStyleCnt="0">
        <dgm:presLayoutVars>
          <dgm:chPref val="3"/>
        </dgm:presLayoutVars>
      </dgm:prSet>
      <dgm:spPr/>
    </dgm:pt>
    <dgm:pt modelId="{D6F9B091-7293-EE43-B389-9D8941B2A94B}" type="pres">
      <dgm:prSet presAssocID="{D76F1465-BEA0-CA45-B6F2-35437E4BA118}" presName="txFour" presStyleLbl="node4" presStyleIdx="11" presStyleCnt="13">
        <dgm:presLayoutVars>
          <dgm:chPref val="3"/>
        </dgm:presLayoutVars>
      </dgm:prSet>
      <dgm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0C67ED6-FF85-9F4D-A76B-8BA20CA19C37}" type="pres">
      <dgm:prSet presAssocID="{D76F1465-BEA0-CA45-B6F2-35437E4BA118}" presName="horzFour" presStyleCnt="0"/>
      <dgm:spPr/>
    </dgm:pt>
    <dgm:pt modelId="{57F46661-8C64-3145-ABC7-3288C6D6248F}" type="pres">
      <dgm:prSet presAssocID="{8572AF48-F0FC-2347-A0D3-030A7CF38042}" presName="sibSpaceFour" presStyleCnt="0"/>
      <dgm:spPr/>
    </dgm:pt>
    <dgm:pt modelId="{DEDC4E45-5124-AE4C-9A11-8301B1215B75}" type="pres">
      <dgm:prSet presAssocID="{41B070DF-4293-0F4B-B337-F87B16B39908}" presName="vertFour" presStyleCnt="0">
        <dgm:presLayoutVars>
          <dgm:chPref val="3"/>
        </dgm:presLayoutVars>
      </dgm:prSet>
      <dgm:spPr/>
    </dgm:pt>
    <dgm:pt modelId="{3DFDB91B-335C-1C4C-81FB-D6F8C75BF934}" type="pres">
      <dgm:prSet presAssocID="{41B070DF-4293-0F4B-B337-F87B16B39908}" presName="txFour" presStyleLbl="node4" presStyleIdx="12" presStyleCnt="13">
        <dgm:presLayoutVars>
          <dgm:chPref val="3"/>
        </dgm:presLayoutVars>
      </dgm:prSet>
      <dgm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7252174-EF82-CE4A-B817-BC107767E247}" type="pres">
      <dgm:prSet presAssocID="{41B070DF-4293-0F4B-B337-F87B16B39908}" presName="horzFour" presStyleCnt="0"/>
      <dgm:spPr/>
    </dgm:pt>
  </dgm:ptLst>
  <dgm:cxnLst>
    <dgm:cxn modelId="{B0EB3F07-9545-5B43-A7AE-C441E2F2BEA6}" srcId="{62B9B8AB-63AB-A44E-9774-6C58BEED5E9E}" destId="{620B910D-1DB7-B446-A501-2BB1A75BE6E2}" srcOrd="0" destOrd="0" parTransId="{AD6CB5D1-562C-414E-87B0-D869F4D5E00A}" sibTransId="{C7E1170A-0C4F-F741-A8DC-357D902B5600}"/>
    <dgm:cxn modelId="{17D2A909-47D9-BF49-933A-4096C373D4CB}" srcId="{F3DB23FA-4C85-B247-844F-D2A426FE4B0B}" destId="{D6FC5D84-B6F4-BA4A-BEA0-978E30E5535A}" srcOrd="0" destOrd="0" parTransId="{379E9F68-2AB5-5147-93F5-6B90FE527AE8}" sibTransId="{D9ABDB04-0648-5E44-A97B-08C01298A136}"/>
    <dgm:cxn modelId="{68AD300F-CB63-A14B-96C5-ADAB1180700E}" srcId="{E8029C3D-3204-D042-8954-368BC200B6AD}" destId="{CF19BF1E-4D67-E141-88FF-C5C9F1C44698}" srcOrd="0" destOrd="0" parTransId="{0371C149-5041-1F4F-B7C3-A4738EF3E959}" sibTransId="{0C53B909-6482-A043-B67E-1FBA71DEACEE}"/>
    <dgm:cxn modelId="{F32C9215-559B-4C45-AD13-1F80F7D5AA4B}" type="presOf" srcId="{E8029C3D-3204-D042-8954-368BC200B6AD}" destId="{5A4CD250-3F8C-EE48-A23F-C4EB38B05826}" srcOrd="0" destOrd="0" presId="urn:microsoft.com/office/officeart/2005/8/layout/hierarchy4"/>
    <dgm:cxn modelId="{A42B1B22-120B-5445-88C7-9AE3AAA904ED}" type="presOf" srcId="{CF19BF1E-4D67-E141-88FF-C5C9F1C44698}" destId="{6FFF63E7-2999-2D4D-AE4E-8D5A452097ED}" srcOrd="0" destOrd="0" presId="urn:microsoft.com/office/officeart/2005/8/layout/hierarchy4"/>
    <dgm:cxn modelId="{1CF3EA29-311A-374F-9202-35B5E22AD0F8}" type="presOf" srcId="{D76F1465-BEA0-CA45-B6F2-35437E4BA118}" destId="{D6F9B091-7293-EE43-B389-9D8941B2A94B}" srcOrd="0" destOrd="0" presId="urn:microsoft.com/office/officeart/2005/8/layout/hierarchy4"/>
    <dgm:cxn modelId="{A20F273A-ACB5-464F-93D1-EDEB61D57180}" type="presOf" srcId="{9776AEDE-6489-E84B-810C-A32C51362F24}" destId="{89F9CF55-25DA-964D-8C45-D4FA1A305F70}" srcOrd="0" destOrd="0" presId="urn:microsoft.com/office/officeart/2005/8/layout/hierarchy4"/>
    <dgm:cxn modelId="{9FA9713F-667D-6D42-97CF-BC12BB7D32D0}" type="presOf" srcId="{E259AAFA-47B3-E845-91C1-CB5541F16BE0}" destId="{50122404-9043-5343-8B7E-CE4DAA17B8DA}" srcOrd="0" destOrd="0" presId="urn:microsoft.com/office/officeart/2005/8/layout/hierarchy4"/>
    <dgm:cxn modelId="{4CD5B345-BD42-9B4B-98DE-D086E0F38048}" type="presOf" srcId="{2BC54243-A1D0-AF4E-8AA7-5F31EE929C1E}" destId="{CD4B9C5C-DB68-7846-A351-9CBE451C3329}" srcOrd="0" destOrd="0" presId="urn:microsoft.com/office/officeart/2005/8/layout/hierarchy4"/>
    <dgm:cxn modelId="{72D90454-C0C0-5649-BB85-0E468CA459E7}" srcId="{E8029C3D-3204-D042-8954-368BC200B6AD}" destId="{41B070DF-4293-0F4B-B337-F87B16B39908}" srcOrd="3" destOrd="0" parTransId="{21A152B4-32C1-7040-BB11-A45C790530F0}" sibTransId="{798C5AEB-E3D4-154D-AC61-1E8357C31B45}"/>
    <dgm:cxn modelId="{BDFA1766-0F71-494A-BFAC-3178E093ED72}" type="presOf" srcId="{DAE5B034-4A0E-224C-B5D5-C31294D6971A}" destId="{C84B7433-2F3C-C24C-AAEA-376C8270B64E}" srcOrd="0" destOrd="0" presId="urn:microsoft.com/office/officeart/2005/8/layout/hierarchy4"/>
    <dgm:cxn modelId="{D9B25567-636F-F14F-A119-58E039E515D9}" type="presOf" srcId="{D6FC5D84-B6F4-BA4A-BEA0-978E30E5535A}" destId="{DF5FCE03-678C-254A-8244-576B461ED360}" srcOrd="0" destOrd="0" presId="urn:microsoft.com/office/officeart/2005/8/layout/hierarchy4"/>
    <dgm:cxn modelId="{72560F6A-C211-5248-8ACF-8ED5C29A8777}" srcId="{6104E7EA-922E-DF47-AC73-66D6985ADA57}" destId="{F3DB23FA-4C85-B247-844F-D2A426FE4B0B}" srcOrd="1" destOrd="0" parTransId="{82570845-E333-FD40-8E8B-BF47A7915B4A}" sibTransId="{4C3AF9F0-EF66-2847-BD9B-E736AAE8957D}"/>
    <dgm:cxn modelId="{B836BB6F-B075-8346-8F73-E15F427B539F}" type="presOf" srcId="{62B9B8AB-63AB-A44E-9774-6C58BEED5E9E}" destId="{E9A69E59-4CCD-4C4B-8AD5-5F8233BFB132}" srcOrd="0" destOrd="0" presId="urn:microsoft.com/office/officeart/2005/8/layout/hierarchy4"/>
    <dgm:cxn modelId="{8BE52373-482C-924C-A027-D19FF742B69F}" srcId="{1511C3A7-7AE3-E44E-934D-BA86B7C3D081}" destId="{62B9B8AB-63AB-A44E-9774-6C58BEED5E9E}" srcOrd="0" destOrd="0" parTransId="{54658640-3645-D147-8343-D045472A03F8}" sibTransId="{34C4E990-FA7A-514B-A932-E50F39A0987A}"/>
    <dgm:cxn modelId="{57981378-C470-AB42-8B29-9B34B1330E22}" type="presOf" srcId="{41B070DF-4293-0F4B-B337-F87B16B39908}" destId="{3DFDB91B-335C-1C4C-81FB-D6F8C75BF934}" srcOrd="0" destOrd="0" presId="urn:microsoft.com/office/officeart/2005/8/layout/hierarchy4"/>
    <dgm:cxn modelId="{50A74878-2F8D-3342-A86D-C99124928654}" srcId="{620B910D-1DB7-B446-A501-2BB1A75BE6E2}" destId="{6104E7EA-922E-DF47-AC73-66D6985ADA57}" srcOrd="0" destOrd="0" parTransId="{778E5BB6-9998-7944-87B1-1CDD3FE2C94F}" sibTransId="{AE4C18E0-C97B-754B-B063-0B99E1C805BA}"/>
    <dgm:cxn modelId="{B2197A83-4971-A14F-845F-F5766D12871A}" srcId="{E259AAFA-47B3-E845-91C1-CB5541F16BE0}" destId="{1511C3A7-7AE3-E44E-934D-BA86B7C3D081}" srcOrd="0" destOrd="0" parTransId="{92ACB6F4-9D68-6D45-A2C7-9160992FC819}" sibTransId="{F9BA77DC-12E2-954A-8D4B-0371F00F35B6}"/>
    <dgm:cxn modelId="{0F23D28A-87BA-DC4A-B7AA-FF46D1550538}" srcId="{F3DB23FA-4C85-B247-844F-D2A426FE4B0B}" destId="{9776AEDE-6489-E84B-810C-A32C51362F24}" srcOrd="2" destOrd="0" parTransId="{EB5E6AFE-D41F-6040-99CD-638F06551AC3}" sibTransId="{EFA4A4DA-786C-7745-969A-0885EA459F0E}"/>
    <dgm:cxn modelId="{ED36CE8B-E443-5446-8FE3-CDD3F490333C}" srcId="{6104E7EA-922E-DF47-AC73-66D6985ADA57}" destId="{2BC54243-A1D0-AF4E-8AA7-5F31EE929C1E}" srcOrd="0" destOrd="0" parTransId="{203EA515-FA15-EB48-A129-B7AF023D8B5A}" sibTransId="{8C0CBBDE-DA88-8D41-A372-CD13B146E83A}"/>
    <dgm:cxn modelId="{04215C8C-6C14-5149-8969-AB512D3AE23C}" srcId="{6104E7EA-922E-DF47-AC73-66D6985ADA57}" destId="{E8029C3D-3204-D042-8954-368BC200B6AD}" srcOrd="2" destOrd="0" parTransId="{8B976B22-5EAA-D04B-A3EE-1896B664434C}" sibTransId="{05AF509D-7508-B04D-8320-E24D1A29FE25}"/>
    <dgm:cxn modelId="{E85B838F-4F9D-A748-9713-BA606EDF5EE5}" type="presOf" srcId="{F6C20C91-A250-EA40-927B-7478A1DE19FC}" destId="{211DB7E7-1B4E-F548-A55B-8CD099AB0426}" srcOrd="0" destOrd="0" presId="urn:microsoft.com/office/officeart/2005/8/layout/hierarchy4"/>
    <dgm:cxn modelId="{DB9A5C9B-A38E-0845-8BF9-9E5A69587811}" type="presOf" srcId="{F3DB23FA-4C85-B247-844F-D2A426FE4B0B}" destId="{DDC25A61-BF72-E64B-87B7-1E38DEB82BA1}" srcOrd="0" destOrd="0" presId="urn:microsoft.com/office/officeart/2005/8/layout/hierarchy4"/>
    <dgm:cxn modelId="{54830E9E-B37B-8144-8359-8845A9FA1D4B}" type="presOf" srcId="{1511C3A7-7AE3-E44E-934D-BA86B7C3D081}" destId="{FA4EDECC-87D6-0848-B75C-E1BAC0BD3BEE}" srcOrd="0" destOrd="0" presId="urn:microsoft.com/office/officeart/2005/8/layout/hierarchy4"/>
    <dgm:cxn modelId="{35F78F9F-53F3-8C49-92C6-DAC4567F3F9E}" type="presOf" srcId="{6104E7EA-922E-DF47-AC73-66D6985ADA57}" destId="{0C625EC5-B8EB-2841-AAAE-3B840D0407D3}" srcOrd="0" destOrd="0" presId="urn:microsoft.com/office/officeart/2005/8/layout/hierarchy4"/>
    <dgm:cxn modelId="{B9E2D2AC-FB34-CA4C-B179-8FFC261DC05C}" srcId="{2BC54243-A1D0-AF4E-8AA7-5F31EE929C1E}" destId="{DAE5B034-4A0E-224C-B5D5-C31294D6971A}" srcOrd="0" destOrd="0" parTransId="{1C8453C9-4899-654C-942F-F34EB8307C12}" sibTransId="{20C92CC4-60FA-E642-8DF3-128C5AE80BA5}"/>
    <dgm:cxn modelId="{E25F8AB3-D2DE-A742-A20B-C0C1A65C453F}" srcId="{F3DB23FA-4C85-B247-844F-D2A426FE4B0B}" destId="{7CD55E68-3EA7-5346-A5FD-EE5AD07F8864}" srcOrd="1" destOrd="0" parTransId="{2CB308EB-2B2E-DE47-9DB3-8BCD51F3D7FE}" sibTransId="{0ABC3037-2B4D-1843-97CA-3ADB1D4C2572}"/>
    <dgm:cxn modelId="{55BCDDB3-918C-DC40-BAB6-9CC69BFADC0D}" srcId="{E8029C3D-3204-D042-8954-368BC200B6AD}" destId="{E41C9FD5-3B68-4C4B-AE85-142973C0037E}" srcOrd="1" destOrd="0" parTransId="{A935ABD7-1DCD-A74A-96ED-5BB9B1A62ADA}" sibTransId="{941D3ABC-6243-3C44-9B89-1FD531A7F5C1}"/>
    <dgm:cxn modelId="{75DDC4BE-2DDB-114C-A67C-20ACE0CFD9EB}" type="presOf" srcId="{7CD55E68-3EA7-5346-A5FD-EE5AD07F8864}" destId="{4062AFFF-85E2-D046-A5E8-B8841671DADB}" srcOrd="0" destOrd="0" presId="urn:microsoft.com/office/officeart/2005/8/layout/hierarchy4"/>
    <dgm:cxn modelId="{E8B0FFE4-0DCE-0244-8FBB-FA04929571D1}" type="presOf" srcId="{620B910D-1DB7-B446-A501-2BB1A75BE6E2}" destId="{B3BAAD14-6CD3-1F4D-99B6-3709B19A5977}" srcOrd="0" destOrd="0" presId="urn:microsoft.com/office/officeart/2005/8/layout/hierarchy4"/>
    <dgm:cxn modelId="{BA48A9E7-F78D-AF47-9D88-E3E609DFAEC6}" srcId="{F6C20C91-A250-EA40-927B-7478A1DE19FC}" destId="{E259AAFA-47B3-E845-91C1-CB5541F16BE0}" srcOrd="0" destOrd="0" parTransId="{E6F74968-5B37-3D4C-8449-436115446EAB}" sibTransId="{3FA0515B-0369-AB44-96C8-3F50177F4F4B}"/>
    <dgm:cxn modelId="{CC91D6EC-E666-D248-A6F9-FB939D4797A6}" type="presOf" srcId="{E41C9FD5-3B68-4C4B-AE85-142973C0037E}" destId="{40815CA2-1E42-ED40-97A8-FC7E4A190301}" srcOrd="0" destOrd="0" presId="urn:microsoft.com/office/officeart/2005/8/layout/hierarchy4"/>
    <dgm:cxn modelId="{C9D21BF1-C87D-E943-BD99-7B9E708DA0AF}" srcId="{E8029C3D-3204-D042-8954-368BC200B6AD}" destId="{D76F1465-BEA0-CA45-B6F2-35437E4BA118}" srcOrd="2" destOrd="0" parTransId="{3EA1837B-C563-4241-95E9-43131673F2CA}" sibTransId="{8572AF48-F0FC-2347-A0D3-030A7CF38042}"/>
    <dgm:cxn modelId="{E303A4F0-44FB-8F40-A9F4-E91EB7A3F408}" type="presParOf" srcId="{211DB7E7-1B4E-F548-A55B-8CD099AB0426}" destId="{E66FE7DE-8536-5649-AF31-8342F987B15F}" srcOrd="0" destOrd="0" presId="urn:microsoft.com/office/officeart/2005/8/layout/hierarchy4"/>
    <dgm:cxn modelId="{66BD928A-5877-954A-B562-5CEC4A7A4DD5}" type="presParOf" srcId="{E66FE7DE-8536-5649-AF31-8342F987B15F}" destId="{50122404-9043-5343-8B7E-CE4DAA17B8DA}" srcOrd="0" destOrd="0" presId="urn:microsoft.com/office/officeart/2005/8/layout/hierarchy4"/>
    <dgm:cxn modelId="{D9B0EAE3-1883-434F-B4FF-BC05B35BA007}" type="presParOf" srcId="{E66FE7DE-8536-5649-AF31-8342F987B15F}" destId="{1A3C4FF8-CBF7-4E43-A960-F831712BD220}" srcOrd="1" destOrd="0" presId="urn:microsoft.com/office/officeart/2005/8/layout/hierarchy4"/>
    <dgm:cxn modelId="{BC25A8B9-F55E-C747-ADAE-4EB5FE22D3BC}" type="presParOf" srcId="{E66FE7DE-8536-5649-AF31-8342F987B15F}" destId="{0CE3323B-FEC7-C74F-BD1D-E8FDDE0B9F0E}" srcOrd="2" destOrd="0" presId="urn:microsoft.com/office/officeart/2005/8/layout/hierarchy4"/>
    <dgm:cxn modelId="{F78928AE-8D9E-1E47-83AA-13D24D7A76F0}" type="presParOf" srcId="{0CE3323B-FEC7-C74F-BD1D-E8FDDE0B9F0E}" destId="{E8E7A6CD-EC8F-2B4D-A302-C26B98878CD4}" srcOrd="0" destOrd="0" presId="urn:microsoft.com/office/officeart/2005/8/layout/hierarchy4"/>
    <dgm:cxn modelId="{350D93B5-FC6B-A347-A486-4B5015E63542}" type="presParOf" srcId="{E8E7A6CD-EC8F-2B4D-A302-C26B98878CD4}" destId="{FA4EDECC-87D6-0848-B75C-E1BAC0BD3BEE}" srcOrd="0" destOrd="0" presId="urn:microsoft.com/office/officeart/2005/8/layout/hierarchy4"/>
    <dgm:cxn modelId="{710D2471-54BC-854B-B870-3B728FBA86AA}" type="presParOf" srcId="{E8E7A6CD-EC8F-2B4D-A302-C26B98878CD4}" destId="{77C3DDDE-4274-A344-849B-0E42395DF0AA}" srcOrd="1" destOrd="0" presId="urn:microsoft.com/office/officeart/2005/8/layout/hierarchy4"/>
    <dgm:cxn modelId="{DF71A122-66FD-A141-9358-72CD49B907DD}" type="presParOf" srcId="{E8E7A6CD-EC8F-2B4D-A302-C26B98878CD4}" destId="{07D59346-D607-7C4F-9880-3178C332469C}" srcOrd="2" destOrd="0" presId="urn:microsoft.com/office/officeart/2005/8/layout/hierarchy4"/>
    <dgm:cxn modelId="{29670FA4-9C55-1E41-B569-290E673A41F6}" type="presParOf" srcId="{07D59346-D607-7C4F-9880-3178C332469C}" destId="{EBE9D578-2F56-C847-AFC3-8A10852A84EA}" srcOrd="0" destOrd="0" presId="urn:microsoft.com/office/officeart/2005/8/layout/hierarchy4"/>
    <dgm:cxn modelId="{564C38A4-6ECC-B94A-AF1B-600136E9EE22}" type="presParOf" srcId="{EBE9D578-2F56-C847-AFC3-8A10852A84EA}" destId="{E9A69E59-4CCD-4C4B-8AD5-5F8233BFB132}" srcOrd="0" destOrd="0" presId="urn:microsoft.com/office/officeart/2005/8/layout/hierarchy4"/>
    <dgm:cxn modelId="{16BD641D-3BE1-314E-B784-52260DDF5E11}" type="presParOf" srcId="{EBE9D578-2F56-C847-AFC3-8A10852A84EA}" destId="{8420CEED-04E1-BF42-88A3-1DBE0EA5B504}" srcOrd="1" destOrd="0" presId="urn:microsoft.com/office/officeart/2005/8/layout/hierarchy4"/>
    <dgm:cxn modelId="{F0AEF62F-4BC3-444E-84CC-91A7C15AC0AE}" type="presParOf" srcId="{EBE9D578-2F56-C847-AFC3-8A10852A84EA}" destId="{CA73B50E-D4B3-B64C-8387-D0445C4F3E16}" srcOrd="2" destOrd="0" presId="urn:microsoft.com/office/officeart/2005/8/layout/hierarchy4"/>
    <dgm:cxn modelId="{0E059BE3-1E83-324B-AC46-2D74FC7145D2}" type="presParOf" srcId="{CA73B50E-D4B3-B64C-8387-D0445C4F3E16}" destId="{86F4C4A6-CFE9-5342-8739-D8E74BF49114}" srcOrd="0" destOrd="0" presId="urn:microsoft.com/office/officeart/2005/8/layout/hierarchy4"/>
    <dgm:cxn modelId="{6574BB89-CB99-4B4F-8446-6CF8B77B736D}" type="presParOf" srcId="{86F4C4A6-CFE9-5342-8739-D8E74BF49114}" destId="{B3BAAD14-6CD3-1F4D-99B6-3709B19A5977}" srcOrd="0" destOrd="0" presId="urn:microsoft.com/office/officeart/2005/8/layout/hierarchy4"/>
    <dgm:cxn modelId="{2B6088FD-1CAF-2049-8565-DC7385879F31}" type="presParOf" srcId="{86F4C4A6-CFE9-5342-8739-D8E74BF49114}" destId="{C3EF1B53-4F2C-524D-8EBA-2D9A5D3B82B9}" srcOrd="1" destOrd="0" presId="urn:microsoft.com/office/officeart/2005/8/layout/hierarchy4"/>
    <dgm:cxn modelId="{23474104-99A5-B34C-AA2E-AEDCB228F8B5}" type="presParOf" srcId="{86F4C4A6-CFE9-5342-8739-D8E74BF49114}" destId="{EF63E4D5-D7C8-9146-AD1D-17F47D96BEA5}" srcOrd="2" destOrd="0" presId="urn:microsoft.com/office/officeart/2005/8/layout/hierarchy4"/>
    <dgm:cxn modelId="{8D3AA1AD-0357-F545-BE15-2D77A0C908CA}" type="presParOf" srcId="{EF63E4D5-D7C8-9146-AD1D-17F47D96BEA5}" destId="{F0D8F055-327A-5540-A0CD-145987467205}" srcOrd="0" destOrd="0" presId="urn:microsoft.com/office/officeart/2005/8/layout/hierarchy4"/>
    <dgm:cxn modelId="{FC420F55-95ED-744C-A9A3-F02BA99F2241}" type="presParOf" srcId="{F0D8F055-327A-5540-A0CD-145987467205}" destId="{0C625EC5-B8EB-2841-AAAE-3B840D0407D3}" srcOrd="0" destOrd="0" presId="urn:microsoft.com/office/officeart/2005/8/layout/hierarchy4"/>
    <dgm:cxn modelId="{A56FEE85-CE99-F74D-99FE-657A0AB0EC5C}" type="presParOf" srcId="{F0D8F055-327A-5540-A0CD-145987467205}" destId="{8F770837-291A-C743-9888-5572D4BA5B27}" srcOrd="1" destOrd="0" presId="urn:microsoft.com/office/officeart/2005/8/layout/hierarchy4"/>
    <dgm:cxn modelId="{D019E4A0-0AD2-7343-8F20-145395768EF1}" type="presParOf" srcId="{F0D8F055-327A-5540-A0CD-145987467205}" destId="{4E25B9E3-5B60-9148-97B9-801EE282E499}" srcOrd="2" destOrd="0" presId="urn:microsoft.com/office/officeart/2005/8/layout/hierarchy4"/>
    <dgm:cxn modelId="{900FAFC4-DE87-9F4A-8278-AE31206FB3E0}" type="presParOf" srcId="{4E25B9E3-5B60-9148-97B9-801EE282E499}" destId="{E25572F0-A5B3-6647-BAB9-4F8F1D39C9EC}" srcOrd="0" destOrd="0" presId="urn:microsoft.com/office/officeart/2005/8/layout/hierarchy4"/>
    <dgm:cxn modelId="{6C8EE5F2-4716-1D45-A4A9-8A2A666B566D}" type="presParOf" srcId="{E25572F0-A5B3-6647-BAB9-4F8F1D39C9EC}" destId="{CD4B9C5C-DB68-7846-A351-9CBE451C3329}" srcOrd="0" destOrd="0" presId="urn:microsoft.com/office/officeart/2005/8/layout/hierarchy4"/>
    <dgm:cxn modelId="{5C1EBA92-29D5-914F-9DAA-3A1FE972C2D0}" type="presParOf" srcId="{E25572F0-A5B3-6647-BAB9-4F8F1D39C9EC}" destId="{3E7EED21-35E3-FF4B-AB35-6C5CBA5B55DE}" srcOrd="1" destOrd="0" presId="urn:microsoft.com/office/officeart/2005/8/layout/hierarchy4"/>
    <dgm:cxn modelId="{ACCB7988-7CEB-F541-A193-C3BC52787035}" type="presParOf" srcId="{E25572F0-A5B3-6647-BAB9-4F8F1D39C9EC}" destId="{91A3001F-222C-5840-A6CD-36BF77441E85}" srcOrd="2" destOrd="0" presId="urn:microsoft.com/office/officeart/2005/8/layout/hierarchy4"/>
    <dgm:cxn modelId="{E52C3B22-4901-2E48-84DE-1B3825296060}" type="presParOf" srcId="{91A3001F-222C-5840-A6CD-36BF77441E85}" destId="{F9A99654-ECEC-904D-935B-64B1F7DC8013}" srcOrd="0" destOrd="0" presId="urn:microsoft.com/office/officeart/2005/8/layout/hierarchy4"/>
    <dgm:cxn modelId="{A06BD99A-75B7-C142-8201-F3C2A644B4C0}" type="presParOf" srcId="{F9A99654-ECEC-904D-935B-64B1F7DC8013}" destId="{C84B7433-2F3C-C24C-AAEA-376C8270B64E}" srcOrd="0" destOrd="0" presId="urn:microsoft.com/office/officeart/2005/8/layout/hierarchy4"/>
    <dgm:cxn modelId="{1609F116-F4FA-A545-ABC8-0A76AE3E3E66}" type="presParOf" srcId="{F9A99654-ECEC-904D-935B-64B1F7DC8013}" destId="{9B8E8795-1151-5C49-8608-37AC100758FE}" srcOrd="1" destOrd="0" presId="urn:microsoft.com/office/officeart/2005/8/layout/hierarchy4"/>
    <dgm:cxn modelId="{2AD3F5BB-E686-A64B-90E3-937465AE0831}" type="presParOf" srcId="{4E25B9E3-5B60-9148-97B9-801EE282E499}" destId="{5F667D5F-5DEF-2C42-B142-B82F6B4C801B}" srcOrd="1" destOrd="0" presId="urn:microsoft.com/office/officeart/2005/8/layout/hierarchy4"/>
    <dgm:cxn modelId="{58423B9A-C214-2843-ADC4-1A9BBCE47422}" type="presParOf" srcId="{4E25B9E3-5B60-9148-97B9-801EE282E499}" destId="{CC6BF1FB-B16C-8545-B02A-D01614480AF5}" srcOrd="2" destOrd="0" presId="urn:microsoft.com/office/officeart/2005/8/layout/hierarchy4"/>
    <dgm:cxn modelId="{C1F8881E-F240-F24C-8DE9-9F5B6D3D56C6}" type="presParOf" srcId="{CC6BF1FB-B16C-8545-B02A-D01614480AF5}" destId="{DDC25A61-BF72-E64B-87B7-1E38DEB82BA1}" srcOrd="0" destOrd="0" presId="urn:microsoft.com/office/officeart/2005/8/layout/hierarchy4"/>
    <dgm:cxn modelId="{6FDA3778-78D7-BE45-9685-54C95760B804}" type="presParOf" srcId="{CC6BF1FB-B16C-8545-B02A-D01614480AF5}" destId="{1AF143C5-3534-364F-82E1-455C35021721}" srcOrd="1" destOrd="0" presId="urn:microsoft.com/office/officeart/2005/8/layout/hierarchy4"/>
    <dgm:cxn modelId="{E0525E94-C717-6E44-B5D5-1EB466BF036F}" type="presParOf" srcId="{CC6BF1FB-B16C-8545-B02A-D01614480AF5}" destId="{655D0C90-4285-F746-884E-F04985B90967}" srcOrd="2" destOrd="0" presId="urn:microsoft.com/office/officeart/2005/8/layout/hierarchy4"/>
    <dgm:cxn modelId="{D46F041D-A1F8-C045-9F56-CFB782239E10}" type="presParOf" srcId="{655D0C90-4285-F746-884E-F04985B90967}" destId="{C969A01B-3D70-E940-BF55-15C072DE7201}" srcOrd="0" destOrd="0" presId="urn:microsoft.com/office/officeart/2005/8/layout/hierarchy4"/>
    <dgm:cxn modelId="{30A49DF0-B6F7-6D45-AA36-2A46475A7067}" type="presParOf" srcId="{C969A01B-3D70-E940-BF55-15C072DE7201}" destId="{DF5FCE03-678C-254A-8244-576B461ED360}" srcOrd="0" destOrd="0" presId="urn:microsoft.com/office/officeart/2005/8/layout/hierarchy4"/>
    <dgm:cxn modelId="{BCD5F155-F775-E04B-923A-DEA955934DC7}" type="presParOf" srcId="{C969A01B-3D70-E940-BF55-15C072DE7201}" destId="{E35FFFAB-A584-1B4E-901D-BC37857A534E}" srcOrd="1" destOrd="0" presId="urn:microsoft.com/office/officeart/2005/8/layout/hierarchy4"/>
    <dgm:cxn modelId="{052A85EB-4DB2-2F4A-8034-8ABB28C4DC0D}" type="presParOf" srcId="{655D0C90-4285-F746-884E-F04985B90967}" destId="{3CB73A60-C191-1744-80A2-02E3388B29AC}" srcOrd="1" destOrd="0" presId="urn:microsoft.com/office/officeart/2005/8/layout/hierarchy4"/>
    <dgm:cxn modelId="{C14E4630-AFAC-AB4D-86C5-7993F4B36F74}" type="presParOf" srcId="{655D0C90-4285-F746-884E-F04985B90967}" destId="{93488D10-E950-E240-ACEA-7D808A1C09A7}" srcOrd="2" destOrd="0" presId="urn:microsoft.com/office/officeart/2005/8/layout/hierarchy4"/>
    <dgm:cxn modelId="{404309DC-1FA8-734D-A3FA-97A4DA3EB505}" type="presParOf" srcId="{93488D10-E950-E240-ACEA-7D808A1C09A7}" destId="{4062AFFF-85E2-D046-A5E8-B8841671DADB}" srcOrd="0" destOrd="0" presId="urn:microsoft.com/office/officeart/2005/8/layout/hierarchy4"/>
    <dgm:cxn modelId="{AE033E75-7701-9948-8A9C-235C67AB8F66}" type="presParOf" srcId="{93488D10-E950-E240-ACEA-7D808A1C09A7}" destId="{42BB8D1C-B6E4-3546-AE83-D35A5B929727}" srcOrd="1" destOrd="0" presId="urn:microsoft.com/office/officeart/2005/8/layout/hierarchy4"/>
    <dgm:cxn modelId="{56ABFE56-A9B9-7D41-B941-C9E9320F6C71}" type="presParOf" srcId="{655D0C90-4285-F746-884E-F04985B90967}" destId="{1B20D658-C1FF-8248-9D4A-19F58B2579A9}" srcOrd="3" destOrd="0" presId="urn:microsoft.com/office/officeart/2005/8/layout/hierarchy4"/>
    <dgm:cxn modelId="{A694D28C-5A6F-CA40-8D20-8B8C9E20558C}" type="presParOf" srcId="{655D0C90-4285-F746-884E-F04985B90967}" destId="{8F499A44-6FE5-8749-A9CB-CF224D7403D2}" srcOrd="4" destOrd="0" presId="urn:microsoft.com/office/officeart/2005/8/layout/hierarchy4"/>
    <dgm:cxn modelId="{8465EB66-B363-C242-BDD0-C0BE6E8EE7D2}" type="presParOf" srcId="{8F499A44-6FE5-8749-A9CB-CF224D7403D2}" destId="{89F9CF55-25DA-964D-8C45-D4FA1A305F70}" srcOrd="0" destOrd="0" presId="urn:microsoft.com/office/officeart/2005/8/layout/hierarchy4"/>
    <dgm:cxn modelId="{E4429BB6-4166-6C4A-8013-4229E2123990}" type="presParOf" srcId="{8F499A44-6FE5-8749-A9CB-CF224D7403D2}" destId="{4D2E65FE-88F4-694D-B907-B89580DF0495}" srcOrd="1" destOrd="0" presId="urn:microsoft.com/office/officeart/2005/8/layout/hierarchy4"/>
    <dgm:cxn modelId="{C2A2FF2D-A4C4-2E44-937D-F1C71439FA8F}" type="presParOf" srcId="{4E25B9E3-5B60-9148-97B9-801EE282E499}" destId="{D43DD2E2-7466-A14E-A58D-51BF63EEE02F}" srcOrd="3" destOrd="0" presId="urn:microsoft.com/office/officeart/2005/8/layout/hierarchy4"/>
    <dgm:cxn modelId="{304308D0-144A-5645-ACC2-10C7400BBFD7}" type="presParOf" srcId="{4E25B9E3-5B60-9148-97B9-801EE282E499}" destId="{7162C06B-FB60-8048-9A67-DC58DF1B6478}" srcOrd="4" destOrd="0" presId="urn:microsoft.com/office/officeart/2005/8/layout/hierarchy4"/>
    <dgm:cxn modelId="{632C7ADA-A86E-CA44-A0FE-668AA1C7D074}" type="presParOf" srcId="{7162C06B-FB60-8048-9A67-DC58DF1B6478}" destId="{5A4CD250-3F8C-EE48-A23F-C4EB38B05826}" srcOrd="0" destOrd="0" presId="urn:microsoft.com/office/officeart/2005/8/layout/hierarchy4"/>
    <dgm:cxn modelId="{58DC8D0D-8713-D743-8010-BD69A3D7C3E7}" type="presParOf" srcId="{7162C06B-FB60-8048-9A67-DC58DF1B6478}" destId="{AC221C76-2770-E14A-AC73-98D0559BF5F6}" srcOrd="1" destOrd="0" presId="urn:microsoft.com/office/officeart/2005/8/layout/hierarchy4"/>
    <dgm:cxn modelId="{D04C460F-5151-F544-852C-131B4E74073B}" type="presParOf" srcId="{7162C06B-FB60-8048-9A67-DC58DF1B6478}" destId="{6BCB6C5D-8022-0041-9D68-8F8275D69064}" srcOrd="2" destOrd="0" presId="urn:microsoft.com/office/officeart/2005/8/layout/hierarchy4"/>
    <dgm:cxn modelId="{B6ED01C2-23D6-D44A-830B-053F9AF89567}" type="presParOf" srcId="{6BCB6C5D-8022-0041-9D68-8F8275D69064}" destId="{0A66C48F-2138-A844-AA3C-CE8A37ACFB14}" srcOrd="0" destOrd="0" presId="urn:microsoft.com/office/officeart/2005/8/layout/hierarchy4"/>
    <dgm:cxn modelId="{5BBEDDCE-D02E-304A-9FEF-8ADB60C4A7D5}" type="presParOf" srcId="{0A66C48F-2138-A844-AA3C-CE8A37ACFB14}" destId="{6FFF63E7-2999-2D4D-AE4E-8D5A452097ED}" srcOrd="0" destOrd="0" presId="urn:microsoft.com/office/officeart/2005/8/layout/hierarchy4"/>
    <dgm:cxn modelId="{1DCF6C14-1037-1044-9F84-F66C74A2E16E}" type="presParOf" srcId="{0A66C48F-2138-A844-AA3C-CE8A37ACFB14}" destId="{77F2B67E-6C87-1A4C-80F1-718DD41C99B5}" srcOrd="1" destOrd="0" presId="urn:microsoft.com/office/officeart/2005/8/layout/hierarchy4"/>
    <dgm:cxn modelId="{9C13332B-7594-0847-8F8C-703048A94CB0}" type="presParOf" srcId="{6BCB6C5D-8022-0041-9D68-8F8275D69064}" destId="{836E989D-E98C-824D-B0E1-9227DA8E198D}" srcOrd="1" destOrd="0" presId="urn:microsoft.com/office/officeart/2005/8/layout/hierarchy4"/>
    <dgm:cxn modelId="{82E3B02A-0F0E-5E4C-806F-5A2400C34173}" type="presParOf" srcId="{6BCB6C5D-8022-0041-9D68-8F8275D69064}" destId="{E0F51997-7442-D243-93D6-BB88AFE36C10}" srcOrd="2" destOrd="0" presId="urn:microsoft.com/office/officeart/2005/8/layout/hierarchy4"/>
    <dgm:cxn modelId="{AF8D1002-6BF6-5245-B6C7-27A4D59AD734}" type="presParOf" srcId="{E0F51997-7442-D243-93D6-BB88AFE36C10}" destId="{40815CA2-1E42-ED40-97A8-FC7E4A190301}" srcOrd="0" destOrd="0" presId="urn:microsoft.com/office/officeart/2005/8/layout/hierarchy4"/>
    <dgm:cxn modelId="{56DE6E1D-A7B1-904C-849D-0A9162C52381}" type="presParOf" srcId="{E0F51997-7442-D243-93D6-BB88AFE36C10}" destId="{8BF0D61D-0CD0-974D-8D3F-8EC22EBDB7C2}" srcOrd="1" destOrd="0" presId="urn:microsoft.com/office/officeart/2005/8/layout/hierarchy4"/>
    <dgm:cxn modelId="{56BDC44C-4173-674D-9AE2-42E3C9211910}" type="presParOf" srcId="{6BCB6C5D-8022-0041-9D68-8F8275D69064}" destId="{2F74EB5B-5ADF-4C47-BA88-F0A07ADCA70E}" srcOrd="3" destOrd="0" presId="urn:microsoft.com/office/officeart/2005/8/layout/hierarchy4"/>
    <dgm:cxn modelId="{5033B2EA-7DD0-064E-ACB9-25A758611078}" type="presParOf" srcId="{6BCB6C5D-8022-0041-9D68-8F8275D69064}" destId="{C8D28629-89B6-0D41-A9C6-4EC27E54BF6C}" srcOrd="4" destOrd="0" presId="urn:microsoft.com/office/officeart/2005/8/layout/hierarchy4"/>
    <dgm:cxn modelId="{BD1467B0-3F64-284A-8CFD-2026DE1E854A}" type="presParOf" srcId="{C8D28629-89B6-0D41-A9C6-4EC27E54BF6C}" destId="{D6F9B091-7293-EE43-B389-9D8941B2A94B}" srcOrd="0" destOrd="0" presId="urn:microsoft.com/office/officeart/2005/8/layout/hierarchy4"/>
    <dgm:cxn modelId="{E44A3B9B-2959-DB4E-8CE8-FF358E6A907A}" type="presParOf" srcId="{C8D28629-89B6-0D41-A9C6-4EC27E54BF6C}" destId="{60C67ED6-FF85-9F4D-A76B-8BA20CA19C37}" srcOrd="1" destOrd="0" presId="urn:microsoft.com/office/officeart/2005/8/layout/hierarchy4"/>
    <dgm:cxn modelId="{1FA69F92-2023-7247-A26D-CF14880825B6}" type="presParOf" srcId="{6BCB6C5D-8022-0041-9D68-8F8275D69064}" destId="{57F46661-8C64-3145-ABC7-3288C6D6248F}" srcOrd="5" destOrd="0" presId="urn:microsoft.com/office/officeart/2005/8/layout/hierarchy4"/>
    <dgm:cxn modelId="{BA42D023-73E8-7E4B-8E05-CF474869305E}" type="presParOf" srcId="{6BCB6C5D-8022-0041-9D68-8F8275D69064}" destId="{DEDC4E45-5124-AE4C-9A11-8301B1215B75}" srcOrd="6" destOrd="0" presId="urn:microsoft.com/office/officeart/2005/8/layout/hierarchy4"/>
    <dgm:cxn modelId="{09292170-BCD4-B34F-AA74-1071A2C42DB0}" type="presParOf" srcId="{DEDC4E45-5124-AE4C-9A11-8301B1215B75}" destId="{3DFDB91B-335C-1C4C-81FB-D6F8C75BF934}" srcOrd="0" destOrd="0" presId="urn:microsoft.com/office/officeart/2005/8/layout/hierarchy4"/>
    <dgm:cxn modelId="{FD235F1B-628A-3248-8523-583F17D52660}" type="presParOf" srcId="{DEDC4E45-5124-AE4C-9A11-8301B1215B75}" destId="{67252174-EF82-CE4A-B817-BC107767E24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22404-9043-5343-8B7E-CE4DAA17B8DA}">
      <dsp:nvSpPr>
        <dsp:cNvPr id="0" name=""/>
        <dsp:cNvSpPr/>
      </dsp:nvSpPr>
      <dsp:spPr>
        <a:xfrm>
          <a:off x="2115" y="4180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Operational Domain Models</a:t>
          </a:r>
        </a:p>
      </dsp:txBody>
      <dsp:txXfrm>
        <a:off x="23232" y="25297"/>
        <a:ext cx="8081534" cy="678755"/>
      </dsp:txXfrm>
    </dsp:sp>
    <dsp:sp modelId="{FA4EDECC-87D6-0848-B75C-E1BAC0BD3BEE}">
      <dsp:nvSpPr>
        <dsp:cNvPr id="0" name=""/>
        <dsp:cNvSpPr/>
      </dsp:nvSpPr>
      <dsp:spPr>
        <a:xfrm>
          <a:off x="2115" y="785733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MBSE</a:t>
          </a:r>
        </a:p>
      </dsp:txBody>
      <dsp:txXfrm>
        <a:off x="23232" y="806850"/>
        <a:ext cx="8081534" cy="678755"/>
      </dsp:txXfrm>
    </dsp:sp>
    <dsp:sp modelId="{E9A69E59-4CCD-4C4B-8AD5-5F8233BFB132}">
      <dsp:nvSpPr>
        <dsp:cNvPr id="0" name=""/>
        <dsp:cNvSpPr/>
      </dsp:nvSpPr>
      <dsp:spPr>
        <a:xfrm>
          <a:off x="2115" y="1567285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 err="1">
              <a:latin typeface="Comfortaa" pitchFamily="2" charset="0"/>
            </a:rPr>
            <a:t>CatML</a:t>
          </a:r>
          <a:endParaRPr lang="en-US" sz="3300" kern="1200" dirty="0">
            <a:latin typeface="Comfortaa" pitchFamily="2" charset="0"/>
          </a:endParaRPr>
        </a:p>
      </dsp:txBody>
      <dsp:txXfrm>
        <a:off x="23232" y="1588402"/>
        <a:ext cx="8081534" cy="678755"/>
      </dsp:txXfrm>
    </dsp:sp>
    <dsp:sp modelId="{B3BAAD14-6CD3-1F4D-99B6-3709B19A5977}">
      <dsp:nvSpPr>
        <dsp:cNvPr id="0" name=""/>
        <dsp:cNvSpPr/>
      </dsp:nvSpPr>
      <dsp:spPr>
        <a:xfrm>
          <a:off x="2115" y="2348838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Algebraic Computing</a:t>
          </a:r>
        </a:p>
      </dsp:txBody>
      <dsp:txXfrm>
        <a:off x="23232" y="2369955"/>
        <a:ext cx="8081534" cy="678755"/>
      </dsp:txXfrm>
    </dsp:sp>
    <dsp:sp modelId="{0C625EC5-B8EB-2841-AAAE-3B840D0407D3}">
      <dsp:nvSpPr>
        <dsp:cNvPr id="0" name=""/>
        <dsp:cNvSpPr/>
      </dsp:nvSpPr>
      <dsp:spPr>
        <a:xfrm>
          <a:off x="2115" y="3130391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Models in Theories</a:t>
          </a:r>
        </a:p>
      </dsp:txBody>
      <dsp:txXfrm>
        <a:off x="23232" y="3151508"/>
        <a:ext cx="8081534" cy="678755"/>
      </dsp:txXfrm>
    </dsp:sp>
    <dsp:sp modelId="{CD4B9C5C-DB68-7846-A351-9CBE451C3329}">
      <dsp:nvSpPr>
        <dsp:cNvPr id="0" name=""/>
        <dsp:cNvSpPr/>
      </dsp:nvSpPr>
      <dsp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sp:txBody>
      <dsp:txXfrm>
        <a:off x="23232" y="3933061"/>
        <a:ext cx="954914" cy="678755"/>
      </dsp:txXfrm>
    </dsp:sp>
    <dsp:sp modelId="{C84B7433-2F3C-C24C-AAEA-376C8270B64E}">
      <dsp:nvSpPr>
        <dsp:cNvPr id="0" name=""/>
        <dsp:cNvSpPr/>
      </dsp:nvSpPr>
      <dsp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sp:txBody>
      <dsp:txXfrm>
        <a:off x="23232" y="4714613"/>
        <a:ext cx="954914" cy="678755"/>
      </dsp:txXfrm>
    </dsp:sp>
    <dsp:sp modelId="{DDC25A61-BF72-E64B-87B7-1E38DEB82BA1}">
      <dsp:nvSpPr>
        <dsp:cNvPr id="0" name=""/>
        <dsp:cNvSpPr/>
      </dsp:nvSpPr>
      <dsp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sp:txBody>
      <dsp:txXfrm>
        <a:off x="1041321" y="3933061"/>
        <a:ext cx="2991091" cy="678755"/>
      </dsp:txXfrm>
    </dsp:sp>
    <dsp:sp modelId="{DF5FCE03-678C-254A-8244-576B461ED360}">
      <dsp:nvSpPr>
        <dsp:cNvPr id="0" name=""/>
        <dsp:cNvSpPr/>
      </dsp:nvSpPr>
      <dsp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sp:txBody>
      <dsp:txXfrm>
        <a:off x="1041321" y="4714613"/>
        <a:ext cx="954914" cy="678755"/>
      </dsp:txXfrm>
    </dsp:sp>
    <dsp:sp modelId="{4062AFFF-85E2-D046-A5E8-B8841671DADB}">
      <dsp:nvSpPr>
        <dsp:cNvPr id="0" name=""/>
        <dsp:cNvSpPr/>
      </dsp:nvSpPr>
      <dsp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sp:txBody>
      <dsp:txXfrm>
        <a:off x="2059409" y="4714613"/>
        <a:ext cx="954914" cy="678755"/>
      </dsp:txXfrm>
    </dsp:sp>
    <dsp:sp modelId="{89F9CF55-25DA-964D-8C45-D4FA1A305F70}">
      <dsp:nvSpPr>
        <dsp:cNvPr id="0" name=""/>
        <dsp:cNvSpPr/>
      </dsp:nvSpPr>
      <dsp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sp:txBody>
      <dsp:txXfrm>
        <a:off x="3077498" y="4714613"/>
        <a:ext cx="954914" cy="678755"/>
      </dsp:txXfrm>
    </dsp:sp>
    <dsp:sp modelId="{5A4CD250-3F8C-EE48-A23F-C4EB38B05826}">
      <dsp:nvSpPr>
        <dsp:cNvPr id="0" name=""/>
        <dsp:cNvSpPr/>
      </dsp:nvSpPr>
      <dsp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sp:txBody>
      <dsp:txXfrm>
        <a:off x="4095587" y="3933061"/>
        <a:ext cx="4009180" cy="678755"/>
      </dsp:txXfrm>
    </dsp:sp>
    <dsp:sp modelId="{6FFF63E7-2999-2D4D-AE4E-8D5A452097ED}">
      <dsp:nvSpPr>
        <dsp:cNvPr id="0" name=""/>
        <dsp:cNvSpPr/>
      </dsp:nvSpPr>
      <dsp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sp:txBody>
      <dsp:txXfrm>
        <a:off x="4095587" y="4714613"/>
        <a:ext cx="954914" cy="678755"/>
      </dsp:txXfrm>
    </dsp:sp>
    <dsp:sp modelId="{40815CA2-1E42-ED40-97A8-FC7E4A190301}">
      <dsp:nvSpPr>
        <dsp:cNvPr id="0" name=""/>
        <dsp:cNvSpPr/>
      </dsp:nvSpPr>
      <dsp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sp:txBody>
      <dsp:txXfrm>
        <a:off x="5113675" y="4714613"/>
        <a:ext cx="954914" cy="678755"/>
      </dsp:txXfrm>
    </dsp:sp>
    <dsp:sp modelId="{D6F9B091-7293-EE43-B389-9D8941B2A94B}">
      <dsp:nvSpPr>
        <dsp:cNvPr id="0" name=""/>
        <dsp:cNvSpPr/>
      </dsp:nvSpPr>
      <dsp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sp:txBody>
      <dsp:txXfrm>
        <a:off x="6131764" y="4714613"/>
        <a:ext cx="954914" cy="678755"/>
      </dsp:txXfrm>
    </dsp:sp>
    <dsp:sp modelId="{3DFDB91B-335C-1C4C-81FB-D6F8C75BF934}">
      <dsp:nvSpPr>
        <dsp:cNvPr id="0" name=""/>
        <dsp:cNvSpPr/>
      </dsp:nvSpPr>
      <dsp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sp:txBody>
      <dsp:txXfrm>
        <a:off x="7149852" y="4714613"/>
        <a:ext cx="954914" cy="6787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3401D-6D22-4B42-81F4-743C93380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25D68-FAD0-5C40-AE35-85310BBC6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99B47-3DC9-2B4B-B48D-156DFF136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A90AA-F06B-7C44-8F18-1D1F9A58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5F7D2-5A42-4D45-B85D-890647F08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C0284-11C3-964B-B52D-04FA05BB0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7D14-F501-3742-8719-7622972DF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D596B-454F-E54F-B07A-6611E509E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8F8B6-D028-4A4E-8DE5-F13AC36EE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67A71-6F90-554E-A73D-4A068113E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2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40B3-E3E4-FF47-A2AC-C4FC70E0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351698-347F-2B46-9054-91ADF8DFA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FA2DD-41EB-1042-A7D8-2D06A9C3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0CF46-4088-D94F-B8C1-0058761D8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97C9A-AE71-6745-8C66-2D6B28DFB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23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C55E-4822-664F-941E-94BC68638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1B5B9-7280-BB48-BF1F-C1C03F0B1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F74D1-E8B4-3243-84E9-3F8988A52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B8CC2-6276-7940-BD21-F9AE600B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1308F-5881-904D-8851-D08A08A8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AD5AF-D129-A843-ACC8-50D1BFEF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30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6D2C0-9E66-CD45-BCAB-28CA0A0D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5BFC3-257C-134F-B2DB-A7756FE8E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5F0D9-5EF2-B148-9CB1-708A90B6D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62E5F-7081-9048-88DD-04AEA451D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F19AF-F77D-4B41-931C-10647FCE1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3A970C-6B86-F34F-8F0F-8F7C73BB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4633AE-2315-C84A-AC1D-B5762143B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32AC9C-3EFB-974F-90CC-DA0AEB126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21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9FC0-55B1-9945-AA9D-E1064367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C5E51F-3288-1943-B4D9-0A283493B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22697-C556-CB4B-BE36-2E1E82E62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7FF3-C9EE-7C48-AED2-0DF8CC7C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2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153951-9258-4647-A6A5-010BEA3C5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8D2C4-EF8F-1541-91B6-07F0A80CB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59EB4-2663-CF45-9A32-3142C6AF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3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8BA9-1399-4E45-B565-89788A8B7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07B5B-16B0-CB43-B85C-FD155FCC3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88415-8F52-9C44-9136-4F6097DA2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CE6D2-3EC1-A14F-A918-022BCA1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DEC92-8CD5-2E4A-B13B-AB12AEEE6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56684-CFDF-F142-B2E7-A92C37F2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31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7457C-8B62-D34E-9085-46AA0B35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C344BC-C512-3B47-B941-323CEE6C14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9A8D2E-6D81-9044-B33C-27E906F52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E33F40-0639-F54C-8627-C877E132A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BBD158-DBEA-F14E-9E69-CA96F950F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4B3D37-D098-214D-A903-6D66B00C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758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B742-AFE8-794A-9652-66B1B86FB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8BE30-E8A3-7543-B79C-77C2BF373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20CA-E6A1-6C46-A679-6DBC9FB12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CD14E-48DA-5A4D-9DE5-4E3DF5B7C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625D0-8B27-3643-B6E0-9CFB7DE63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38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DDEC5-D108-DA4E-B17C-B20DB87F7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C808D-C640-6D43-A998-250F17353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5F730-7B8F-FE41-B15E-7907DC013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45FBF-6077-7D45-B982-7D0BE1D72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708F-8456-0B44-9A71-C2E80F0A2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414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0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3002BDE-F998-E548-B5BD-CDB2E15000C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10000"/>
          </a:blip>
          <a:stretch>
            <a:fillRect/>
          </a:stretch>
        </p:blipFill>
        <p:spPr>
          <a:xfrm>
            <a:off x="0" y="587"/>
            <a:ext cx="12192000" cy="685682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0E7F92-1F35-9844-8566-CCD5C086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FA-6D7D-3440-BC18-B1482A174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8DC60-12C6-A643-AFE0-31D182960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287897"/>
                </a:solidFill>
              </a:defRPr>
            </a:lvl1pPr>
          </a:lstStyle>
          <a:p>
            <a:fld id="{2CDF07C8-1333-1A42-9028-3F4BB35A012A}" type="datetimeFigureOut">
              <a:rPr lang="en-US" smtClean="0"/>
              <a:pPr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D2233-136C-6E4B-868E-09F82317C8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287897"/>
                </a:solidFill>
              </a:defRPr>
            </a:lvl1pPr>
          </a:lstStyle>
          <a:p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1C20E-CEED-AC41-A2F8-296C29D1DC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287897"/>
                </a:solidFill>
              </a:defRPr>
            </a:lvl1pPr>
          </a:lstStyle>
          <a:p>
            <a:fld id="{AB06BBB8-5F22-F44A-AFAB-CB41C43D05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80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rgbClr val="FF004A"/>
          </a:solidFill>
          <a:latin typeface="Comforta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8E0B2B"/>
          </a:solidFill>
          <a:latin typeface="Comforta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8E0B2B"/>
          </a:solidFill>
          <a:latin typeface="Comforta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8543E-3647-B548-9C26-C3278D1D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Status Update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422BA-7AAC-9B4D-9CCB-0D2447841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Lambda Server and Lambda Assistant both have Julia</a:t>
            </a:r>
          </a:p>
          <a:p>
            <a:r>
              <a:rPr lang="en-US" dirty="0"/>
              <a:t>Workspaces for</a:t>
            </a:r>
          </a:p>
          <a:p>
            <a:pPr lvl="1"/>
            <a:r>
              <a:rPr lang="en-US" dirty="0"/>
              <a:t>GATs – Theory, Type, Term, Axiom, Alias, …</a:t>
            </a:r>
          </a:p>
          <a:p>
            <a:pPr lvl="1"/>
            <a:r>
              <a:rPr lang="en-US" dirty="0" err="1"/>
              <a:t>CatML</a:t>
            </a:r>
            <a:r>
              <a:rPr lang="en-US" dirty="0"/>
              <a:t> – Theory, Syntax, Program, Diagram, Instance, …</a:t>
            </a:r>
          </a:p>
          <a:p>
            <a:pPr lvl="1"/>
            <a:r>
              <a:rPr lang="en-US" dirty="0"/>
              <a:t>Theories</a:t>
            </a:r>
          </a:p>
          <a:p>
            <a:pPr lvl="2"/>
            <a:r>
              <a:rPr lang="en-US" dirty="0"/>
              <a:t>Category</a:t>
            </a:r>
          </a:p>
          <a:p>
            <a:pPr lvl="3"/>
            <a:r>
              <a:rPr lang="en-US" dirty="0"/>
              <a:t>Derived: Monoidal, Symmetric Monoidal, Monoidal with Diagonals, Cartesian, Monoidal with </a:t>
            </a:r>
            <a:r>
              <a:rPr lang="en-US" dirty="0" err="1"/>
              <a:t>Bidiagonals</a:t>
            </a:r>
            <a:r>
              <a:rPr lang="en-US" dirty="0"/>
              <a:t>, Biproduct, Closed Monoidal, Markov, Cartesian Closed, Compact Closed, Dagger, Dagger Symmetric Monoidal, Dagger Compact, Traced Monoidal, Schema, Hypergraph</a:t>
            </a:r>
          </a:p>
          <a:p>
            <a:pPr lvl="3"/>
            <a:r>
              <a:rPr lang="en-US" dirty="0"/>
              <a:t>Instances: Matrix Category, Graph Schema, Property Graph Schema</a:t>
            </a:r>
          </a:p>
          <a:p>
            <a:pPr lvl="2"/>
            <a:r>
              <a:rPr lang="en-US" dirty="0"/>
              <a:t>Monoid</a:t>
            </a:r>
          </a:p>
          <a:p>
            <a:r>
              <a:rPr lang="en-US" dirty="0"/>
              <a:t>Intro to Category Theory (informal)</a:t>
            </a:r>
          </a:p>
          <a:p>
            <a:r>
              <a:rPr lang="en-US" dirty="0"/>
              <a:t>Marketecture</a:t>
            </a:r>
          </a:p>
          <a:p>
            <a:r>
              <a:rPr lang="en-US" dirty="0" err="1"/>
              <a:t>CatML</a:t>
            </a:r>
            <a:r>
              <a:rPr lang="en-US" dirty="0"/>
              <a:t> Assistant</a:t>
            </a:r>
          </a:p>
          <a:p>
            <a:pPr lvl="1"/>
            <a:r>
              <a:rPr lang="en-US" dirty="0"/>
              <a:t>Cloned from GOAP</a:t>
            </a:r>
          </a:p>
          <a:p>
            <a:pPr lvl="1"/>
            <a:r>
              <a:rPr lang="en-US" dirty="0"/>
              <a:t>Logical flows/maps</a:t>
            </a:r>
          </a:p>
          <a:p>
            <a:pPr lvl="1"/>
            <a:r>
              <a:rPr lang="en-US" dirty="0"/>
              <a:t>JavaScript to convert </a:t>
            </a:r>
            <a:r>
              <a:rPr lang="en-US" dirty="0" err="1"/>
              <a:t>Catlab.jl</a:t>
            </a:r>
            <a:r>
              <a:rPr lang="en-US" dirty="0"/>
              <a:t> theory into GAT Theory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3617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0AD445E-D15C-BC4A-B39B-026327C9987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465262" y="1253331"/>
            <a:ext cx="9261475" cy="435133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4C36755-ECF0-6647-BECE-9FFE1871E5E5}"/>
              </a:ext>
            </a:extLst>
          </p:cNvPr>
          <p:cNvCxnSpPr/>
          <p:nvPr/>
        </p:nvCxnSpPr>
        <p:spPr>
          <a:xfrm flipH="1" flipV="1">
            <a:off x="3888954" y="3429000"/>
            <a:ext cx="914400" cy="40762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BDEB51D-D61B-2843-A9CF-3F4292303978}"/>
              </a:ext>
            </a:extLst>
          </p:cNvPr>
          <p:cNvSpPr txBox="1"/>
          <p:nvPr/>
        </p:nvSpPr>
        <p:spPr>
          <a:xfrm>
            <a:off x="4872253" y="3651958"/>
            <a:ext cx="38066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nteract</a:t>
            </a:r>
            <a:r>
              <a:rPr lang="en-US" sz="2800" dirty="0"/>
              <a:t> notebook (</a:t>
            </a:r>
            <a:r>
              <a:rPr lang="en-US" sz="2800" dirty="0" err="1"/>
              <a:t>kinda</a:t>
            </a:r>
            <a:r>
              <a:rPr lang="en-US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99905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2E41AD-1653-BF4B-97A4-8D717C057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C30E3B5-FFFC-2142-8765-E0B08921C2E3}"/>
              </a:ext>
            </a:extLst>
          </p:cNvPr>
          <p:cNvSpPr txBox="1"/>
          <p:nvPr/>
        </p:nvSpPr>
        <p:spPr>
          <a:xfrm rot="20488113">
            <a:off x="7441960" y="4890701"/>
            <a:ext cx="21595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63964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informal</a:t>
            </a:r>
          </a:p>
        </p:txBody>
      </p:sp>
    </p:spTree>
    <p:extLst>
      <p:ext uri="{BB962C8B-B14F-4D97-AF65-F5344CB8AC3E}">
        <p14:creationId xmlns:p14="http://schemas.microsoft.com/office/powerpoint/2010/main" val="202532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F909D3-F3A7-E942-B43C-27AECD5C0B8B}"/>
              </a:ext>
            </a:extLst>
          </p:cNvPr>
          <p:cNvSpPr/>
          <p:nvPr/>
        </p:nvSpPr>
        <p:spPr>
          <a:xfrm>
            <a:off x="1750742" y="210068"/>
            <a:ext cx="8530683" cy="6437864"/>
          </a:xfrm>
          <a:prstGeom prst="roundRect">
            <a:avLst>
              <a:gd name="adj" fmla="val 2290"/>
            </a:avLst>
          </a:prstGeom>
          <a:gradFill flip="none" rotWithShape="1">
            <a:gsLst>
              <a:gs pos="0">
                <a:srgbClr val="082340">
                  <a:alpha val="16000"/>
                </a:srgbClr>
              </a:gs>
              <a:gs pos="50000">
                <a:srgbClr val="24598E">
                  <a:shade val="67500"/>
                  <a:satMod val="115000"/>
                </a:srgbClr>
              </a:gs>
              <a:gs pos="100000">
                <a:srgbClr val="1F72C2">
                  <a:alpha val="7000"/>
                </a:srgbClr>
              </a:gs>
            </a:gsLst>
            <a:lin ang="16200000" scaled="1"/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118110" tIns="118110" rIns="118110" bIns="118110" numCol="1" spcCol="1270" anchor="b" anchorCtr="1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Comfortaa" pitchFamily="2" charset="0"/>
              </a:rPr>
              <a:t>Maana Q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3D1E5E-DA75-1A40-8D1F-A11B41899FF1}"/>
              </a:ext>
            </a:extLst>
          </p:cNvPr>
          <p:cNvCxnSpPr>
            <a:cxnSpLocks/>
          </p:cNvCxnSpPr>
          <p:nvPr/>
        </p:nvCxnSpPr>
        <p:spPr>
          <a:xfrm flipV="1">
            <a:off x="4520527" y="2883514"/>
            <a:ext cx="1605157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C88D49B-43B8-7F49-9618-59E213CBE2BC}"/>
              </a:ext>
            </a:extLst>
          </p:cNvPr>
          <p:cNvCxnSpPr>
            <a:cxnSpLocks/>
          </p:cNvCxnSpPr>
          <p:nvPr/>
        </p:nvCxnSpPr>
        <p:spPr>
          <a:xfrm flipH="1" flipV="1">
            <a:off x="6125684" y="2883514"/>
            <a:ext cx="1569426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B94CE05-2D07-FD4D-AF54-CBCB881A5CD1}"/>
              </a:ext>
            </a:extLst>
          </p:cNvPr>
          <p:cNvCxnSpPr>
            <a:cxnSpLocks/>
            <a:stCxn id="31" idx="1"/>
            <a:endCxn id="25" idx="3"/>
          </p:cNvCxnSpPr>
          <p:nvPr/>
        </p:nvCxnSpPr>
        <p:spPr>
          <a:xfrm flipH="1">
            <a:off x="5560974" y="4706789"/>
            <a:ext cx="1058241" cy="4132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0958D3B5-BE73-A34B-851F-A9A57DF59DED}"/>
              </a:ext>
            </a:extLst>
          </p:cNvPr>
          <p:cNvGrpSpPr/>
          <p:nvPr/>
        </p:nvGrpSpPr>
        <p:grpSpPr>
          <a:xfrm>
            <a:off x="5087871" y="2625573"/>
            <a:ext cx="2075626" cy="533129"/>
            <a:chOff x="2115" y="4180"/>
            <a:chExt cx="8123768" cy="720989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232BC28-2DE7-4B4D-890D-B297E09BFA6B}"/>
                </a:ext>
              </a:extLst>
            </p:cNvPr>
            <p:cNvSpPr/>
            <p:nvPr/>
          </p:nvSpPr>
          <p:spPr>
            <a:xfrm>
              <a:off x="2115" y="4180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rgbClr val="FF7E1C"/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DC2747A-DFE9-D341-8EC6-81F39DE539F3}"/>
                </a:ext>
              </a:extLst>
            </p:cNvPr>
            <p:cNvSpPr txBox="1"/>
            <p:nvPr/>
          </p:nvSpPr>
          <p:spPr>
            <a:xfrm>
              <a:off x="23232" y="25297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Diagrams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7CF8718-18D1-944E-B588-870C4641C634}"/>
              </a:ext>
            </a:extLst>
          </p:cNvPr>
          <p:cNvGrpSpPr/>
          <p:nvPr/>
        </p:nvGrpSpPr>
        <p:grpSpPr>
          <a:xfrm>
            <a:off x="3479924" y="4444356"/>
            <a:ext cx="2086473" cy="533129"/>
            <a:chOff x="2115" y="1567285"/>
            <a:chExt cx="8123768" cy="720989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CD54319D-6EF1-494B-AA1D-18810D04C35D}"/>
                </a:ext>
              </a:extLst>
            </p:cNvPr>
            <p:cNvSpPr/>
            <p:nvPr/>
          </p:nvSpPr>
          <p:spPr>
            <a:xfrm>
              <a:off x="2115" y="1567285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chemeClr val="accent6">
                    <a:lumMod val="89000"/>
                  </a:schemeClr>
                </a:gs>
                <a:gs pos="23000">
                  <a:schemeClr val="accent6">
                    <a:lumMod val="89000"/>
                  </a:schemeClr>
                </a:gs>
                <a:gs pos="69000">
                  <a:schemeClr val="accent6">
                    <a:lumMod val="75000"/>
                  </a:schemeClr>
                </a:gs>
                <a:gs pos="97000">
                  <a:schemeClr val="accent6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Rounded Rectangle 4">
              <a:extLst>
                <a:ext uri="{FF2B5EF4-FFF2-40B4-BE49-F238E27FC236}">
                  <a16:creationId xmlns:a16="http://schemas.microsoft.com/office/drawing/2014/main" id="{9E847CC3-A9BA-5F43-B721-F8665A935FA3}"/>
                </a:ext>
              </a:extLst>
            </p:cNvPr>
            <p:cNvSpPr txBox="1"/>
            <p:nvPr/>
          </p:nvSpPr>
          <p:spPr>
            <a:xfrm>
              <a:off x="23232" y="1588402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Formulas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4C8DFB-C582-B44E-97F1-5E14C1E1859D}"/>
              </a:ext>
            </a:extLst>
          </p:cNvPr>
          <p:cNvGrpSpPr/>
          <p:nvPr/>
        </p:nvGrpSpPr>
        <p:grpSpPr>
          <a:xfrm>
            <a:off x="6612827" y="4394737"/>
            <a:ext cx="2099249" cy="624103"/>
            <a:chOff x="2115" y="914945"/>
            <a:chExt cx="8123768" cy="84402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834F4150-186F-7A48-BCD8-3B0A09116A80}"/>
                </a:ext>
              </a:extLst>
            </p:cNvPr>
            <p:cNvSpPr/>
            <p:nvPr/>
          </p:nvSpPr>
          <p:spPr>
            <a:xfrm>
              <a:off x="2115" y="914945"/>
              <a:ext cx="8123768" cy="844020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chemeClr val="accent4">
                    <a:lumMod val="89000"/>
                  </a:schemeClr>
                </a:gs>
                <a:gs pos="23000">
                  <a:schemeClr val="accent4">
                    <a:lumMod val="89000"/>
                  </a:schemeClr>
                </a:gs>
                <a:gs pos="69000">
                  <a:schemeClr val="accent4">
                    <a:lumMod val="75000"/>
                  </a:schemeClr>
                </a:gs>
                <a:gs pos="97000">
                  <a:schemeClr val="accent4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7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1" name="Rounded Rectangle 4">
              <a:extLst>
                <a:ext uri="{FF2B5EF4-FFF2-40B4-BE49-F238E27FC236}">
                  <a16:creationId xmlns:a16="http://schemas.microsoft.com/office/drawing/2014/main" id="{BCF2EA19-6509-D64B-BBB1-E5F8A223B1F2}"/>
                </a:ext>
              </a:extLst>
            </p:cNvPr>
            <p:cNvSpPr txBox="1"/>
            <p:nvPr/>
          </p:nvSpPr>
          <p:spPr>
            <a:xfrm>
              <a:off x="26836" y="939666"/>
              <a:ext cx="8074326" cy="7945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8590" tIns="148590" rIns="148590" bIns="148590" numCol="1" spcCol="1270" anchor="ctr" anchorCtr="0">
              <a:noAutofit/>
            </a:bodyPr>
            <a:lstStyle/>
            <a:p>
              <a:pPr marL="0" lvl="0" indent="0" algn="ctr" defTabSz="1733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Programs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0C7327B-4D51-6444-8F00-9967255DC425}"/>
              </a:ext>
            </a:extLst>
          </p:cNvPr>
          <p:cNvSpPr/>
          <p:nvPr/>
        </p:nvSpPr>
        <p:spPr>
          <a:xfrm>
            <a:off x="5566397" y="3416643"/>
            <a:ext cx="1091177" cy="1091177"/>
          </a:xfrm>
          <a:prstGeom prst="ellipse">
            <a:avLst/>
          </a:prstGeom>
          <a:gradFill flip="none" rotWithShape="0">
            <a:gsLst>
              <a:gs pos="0">
                <a:srgbClr val="5B9BD5">
                  <a:lumMod val="89000"/>
                </a:srgbClr>
              </a:gs>
              <a:gs pos="23000">
                <a:srgbClr val="5B9BD5">
                  <a:lumMod val="89000"/>
                </a:srgbClr>
              </a:gs>
              <a:gs pos="69000">
                <a:srgbClr val="5B9BD5">
                  <a:lumMod val="75000"/>
                </a:srgbClr>
              </a:gs>
              <a:gs pos="97000">
                <a:srgbClr val="5B9BD5">
                  <a:lumMod val="7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omfortaa" pitchFamily="2" charset="0"/>
              </a:rPr>
              <a:t>Theory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EFE1B64-614F-974E-A314-A7EF3A369C47}"/>
              </a:ext>
            </a:extLst>
          </p:cNvPr>
          <p:cNvGrpSpPr/>
          <p:nvPr/>
        </p:nvGrpSpPr>
        <p:grpSpPr>
          <a:xfrm>
            <a:off x="3485347" y="5160839"/>
            <a:ext cx="5226728" cy="715853"/>
            <a:chOff x="4074470" y="4693496"/>
            <a:chExt cx="997148" cy="720989"/>
          </a:xfrm>
        </p:grpSpPr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9491981F-9227-F741-B2CC-BBB5BCA45932}"/>
                </a:ext>
              </a:extLst>
            </p:cNvPr>
            <p:cNvSpPr/>
            <p:nvPr/>
          </p:nvSpPr>
          <p:spPr>
            <a:xfrm>
              <a:off x="4074470" y="4693496"/>
              <a:ext cx="99714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rgbClr val="4472C4">
                    <a:lumMod val="89000"/>
                    <a:alpha val="32000"/>
                  </a:srgbClr>
                </a:gs>
                <a:gs pos="23000">
                  <a:srgbClr val="4472C4">
                    <a:lumMod val="89000"/>
                    <a:alpha val="28000"/>
                  </a:srgbClr>
                </a:gs>
                <a:gs pos="69000">
                  <a:srgbClr val="4472C4">
                    <a:lumMod val="75000"/>
                    <a:alpha val="18000"/>
                  </a:srgbClr>
                </a:gs>
                <a:gs pos="97000">
                  <a:srgbClr val="4472C4">
                    <a:lumMod val="70000"/>
                    <a:alpha val="21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style>
            <a:lnRef idx="0">
              <a:scrgbClr r="0" g="0" b="0"/>
            </a:lnRef>
            <a:fillRef idx="3">
              <a:scrgbClr r="0" g="0" b="0"/>
            </a:fillRef>
            <a:effectRef idx="3">
              <a:scrgbClr r="0" g="0" b="0"/>
            </a:effectRef>
            <a:fontRef idx="minor">
              <a:schemeClr val="lt1"/>
            </a:fontRef>
          </p:style>
        </p:sp>
        <p:sp>
          <p:nvSpPr>
            <p:cNvPr id="46" name="Rounded Rectangle 4">
              <a:extLst>
                <a:ext uri="{FF2B5EF4-FFF2-40B4-BE49-F238E27FC236}">
                  <a16:creationId xmlns:a16="http://schemas.microsoft.com/office/drawing/2014/main" id="{1BEDCA72-3969-C14A-8E73-3D1AD34E2C45}"/>
                </a:ext>
              </a:extLst>
            </p:cNvPr>
            <p:cNvSpPr txBox="1"/>
            <p:nvPr/>
          </p:nvSpPr>
          <p:spPr>
            <a:xfrm>
              <a:off x="4095587" y="4714613"/>
              <a:ext cx="954914" cy="6787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41910" tIns="41910" rIns="41910" bIns="4191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>
                  <a:solidFill>
                    <a:prstClr val="white"/>
                  </a:solidFill>
                  <a:latin typeface="Comfortaa" pitchFamily="2" charset="0"/>
                  <a:ea typeface="+mn-ea"/>
                  <a:cs typeface="+mn-cs"/>
                </a:rPr>
                <a:t>Execution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27F23B11-7418-C246-AD76-476166C3B089}"/>
              </a:ext>
            </a:extLst>
          </p:cNvPr>
          <p:cNvSpPr txBox="1"/>
          <p:nvPr/>
        </p:nvSpPr>
        <p:spPr>
          <a:xfrm>
            <a:off x="1985636" y="611976"/>
            <a:ext cx="384271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mfortaa" pitchFamily="2" charset="0"/>
              </a:rPr>
              <a:t>Model-Specific Tools for SMEs</a:t>
            </a:r>
          </a:p>
        </p:txBody>
      </p:sp>
      <p:pic>
        <p:nvPicPr>
          <p:cNvPr id="52" name="Graphic 51" descr="Scales of justice">
            <a:extLst>
              <a:ext uri="{FF2B5EF4-FFF2-40B4-BE49-F238E27FC236}">
                <a16:creationId xmlns:a16="http://schemas.microsoft.com/office/drawing/2014/main" id="{B973AC6A-ED2C-C846-B21B-928E883CF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1171" y="996817"/>
            <a:ext cx="914400" cy="914400"/>
          </a:xfrm>
          <a:prstGeom prst="rect">
            <a:avLst/>
          </a:prstGeom>
        </p:spPr>
      </p:pic>
      <p:pic>
        <p:nvPicPr>
          <p:cNvPr id="54" name="Graphic 53" descr="Clipboard Mixed">
            <a:extLst>
              <a:ext uri="{FF2B5EF4-FFF2-40B4-BE49-F238E27FC236}">
                <a16:creationId xmlns:a16="http://schemas.microsoft.com/office/drawing/2014/main" id="{E171E5A2-1B31-F947-8614-62E21C4B1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103" y="996817"/>
            <a:ext cx="914400" cy="914400"/>
          </a:xfrm>
          <a:prstGeom prst="rect">
            <a:avLst/>
          </a:prstGeom>
        </p:spPr>
      </p:pic>
      <p:pic>
        <p:nvPicPr>
          <p:cNvPr id="56" name="Graphic 55" descr="Triangle Ruler">
            <a:extLst>
              <a:ext uri="{FF2B5EF4-FFF2-40B4-BE49-F238E27FC236}">
                <a16:creationId xmlns:a16="http://schemas.microsoft.com/office/drawing/2014/main" id="{4EA426F7-FCE7-3A45-BB58-38E4569897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83035" y="996817"/>
            <a:ext cx="914400" cy="914400"/>
          </a:xfrm>
          <a:prstGeom prst="rect">
            <a:avLst/>
          </a:prstGeom>
        </p:spPr>
      </p:pic>
      <p:pic>
        <p:nvPicPr>
          <p:cNvPr id="58" name="Graphic 57" descr="Beaker">
            <a:extLst>
              <a:ext uri="{FF2B5EF4-FFF2-40B4-BE49-F238E27FC236}">
                <a16:creationId xmlns:a16="http://schemas.microsoft.com/office/drawing/2014/main" id="{67868CC7-2A77-8A41-A365-0FF8EDB0B3E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3967" y="996817"/>
            <a:ext cx="914400" cy="914400"/>
          </a:xfrm>
          <a:prstGeom prst="rect">
            <a:avLst/>
          </a:prstGeom>
        </p:spPr>
      </p:pic>
      <p:pic>
        <p:nvPicPr>
          <p:cNvPr id="60" name="Graphic 59" descr="Trigonometry">
            <a:extLst>
              <a:ext uri="{FF2B5EF4-FFF2-40B4-BE49-F238E27FC236}">
                <a16:creationId xmlns:a16="http://schemas.microsoft.com/office/drawing/2014/main" id="{1243C2A6-A67C-2343-A152-D5C87553ECE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04899" y="996817"/>
            <a:ext cx="914400" cy="914400"/>
          </a:xfrm>
          <a:prstGeom prst="rect">
            <a:avLst/>
          </a:prstGeom>
        </p:spPr>
      </p:pic>
      <p:pic>
        <p:nvPicPr>
          <p:cNvPr id="62" name="Graphic 61" descr="Speedometer Low">
            <a:extLst>
              <a:ext uri="{FF2B5EF4-FFF2-40B4-BE49-F238E27FC236}">
                <a16:creationId xmlns:a16="http://schemas.microsoft.com/office/drawing/2014/main" id="{D96D43D5-AB48-BB47-BA1C-10DAC9AA09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950237" y="996817"/>
            <a:ext cx="914400" cy="9144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6C35DF7A-3D9A-A24A-97C8-C1E7E8B2C179}"/>
              </a:ext>
            </a:extLst>
          </p:cNvPr>
          <p:cNvSpPr txBox="1"/>
          <p:nvPr/>
        </p:nvSpPr>
        <p:spPr>
          <a:xfrm>
            <a:off x="1954588" y="1888912"/>
            <a:ext cx="101502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Design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5F6C40-9395-2346-B256-AC68BBD2D3D2}"/>
              </a:ext>
            </a:extLst>
          </p:cNvPr>
          <p:cNvSpPr txBox="1"/>
          <p:nvPr/>
        </p:nvSpPr>
        <p:spPr>
          <a:xfrm>
            <a:off x="3096152" y="1888912"/>
            <a:ext cx="155683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Experiment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92723C-27C8-D345-BFCC-128DDFF7D070}"/>
              </a:ext>
            </a:extLst>
          </p:cNvPr>
          <p:cNvSpPr txBox="1"/>
          <p:nvPr/>
        </p:nvSpPr>
        <p:spPr>
          <a:xfrm>
            <a:off x="4779531" y="1888912"/>
            <a:ext cx="11176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Analyze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2C80D-87E2-C244-8243-532C8A8D9800}"/>
              </a:ext>
            </a:extLst>
          </p:cNvPr>
          <p:cNvSpPr txBox="1"/>
          <p:nvPr/>
        </p:nvSpPr>
        <p:spPr>
          <a:xfrm>
            <a:off x="6023688" y="1888912"/>
            <a:ext cx="119135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Validate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89F073-0CDF-5047-9661-5B27C039A2DE}"/>
              </a:ext>
            </a:extLst>
          </p:cNvPr>
          <p:cNvSpPr txBox="1"/>
          <p:nvPr/>
        </p:nvSpPr>
        <p:spPr>
          <a:xfrm>
            <a:off x="7341583" y="1888912"/>
            <a:ext cx="130195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Compare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912213-C98A-3149-B580-4A05F66BC9DB}"/>
              </a:ext>
            </a:extLst>
          </p:cNvPr>
          <p:cNvSpPr txBox="1"/>
          <p:nvPr/>
        </p:nvSpPr>
        <p:spPr>
          <a:xfrm>
            <a:off x="8770083" y="1888912"/>
            <a:ext cx="1274708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Optimize</a:t>
            </a:r>
          </a:p>
        </p:txBody>
      </p:sp>
    </p:spTree>
    <p:extLst>
      <p:ext uri="{BB962C8B-B14F-4D97-AF65-F5344CB8AC3E}">
        <p14:creationId xmlns:p14="http://schemas.microsoft.com/office/powerpoint/2010/main" val="1578976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500C01-160B-F44F-924A-4891C8B17E5D}"/>
              </a:ext>
            </a:extLst>
          </p:cNvPr>
          <p:cNvGrpSpPr/>
          <p:nvPr/>
        </p:nvGrpSpPr>
        <p:grpSpPr>
          <a:xfrm>
            <a:off x="1750742" y="210068"/>
            <a:ext cx="8530683" cy="6437864"/>
            <a:chOff x="1817649" y="546410"/>
            <a:chExt cx="8530683" cy="6437864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BF909D3-F3A7-E942-B43C-27AECD5C0B8B}"/>
                </a:ext>
              </a:extLst>
            </p:cNvPr>
            <p:cNvSpPr/>
            <p:nvPr/>
          </p:nvSpPr>
          <p:spPr>
            <a:xfrm>
              <a:off x="1817649" y="546410"/>
              <a:ext cx="8530683" cy="6437864"/>
            </a:xfrm>
            <a:prstGeom prst="roundRect">
              <a:avLst>
                <a:gd name="adj" fmla="val 2290"/>
              </a:avLst>
            </a:prstGeom>
            <a:gradFill flip="none" rotWithShape="1">
              <a:gsLst>
                <a:gs pos="0">
                  <a:srgbClr val="082340">
                    <a:alpha val="16000"/>
                  </a:srgbClr>
                </a:gs>
                <a:gs pos="50000">
                  <a:srgbClr val="24598E">
                    <a:shade val="67500"/>
                    <a:satMod val="115000"/>
                  </a:srgbClr>
                </a:gs>
                <a:gs pos="100000">
                  <a:srgbClr val="1F72C2">
                    <a:alpha val="7000"/>
                  </a:srgbClr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txBody>
            <a:bodyPr spcFirstLastPara="0" vert="horz" wrap="square" lIns="118110" tIns="118110" rIns="118110" bIns="118110" numCol="1" spcCol="1270" anchor="b" anchorCtr="1">
              <a:no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  <a:latin typeface="Comfortaa" pitchFamily="2" charset="0"/>
                </a:rPr>
                <a:t>Maana Q</a:t>
              </a:r>
            </a:p>
          </p:txBody>
        </p:sp>
        <p:graphicFrame>
          <p:nvGraphicFramePr>
            <p:cNvPr id="10" name="Diagram 9">
              <a:extLst>
                <a:ext uri="{FF2B5EF4-FFF2-40B4-BE49-F238E27FC236}">
                  <a16:creationId xmlns:a16="http://schemas.microsoft.com/office/drawing/2014/main" id="{870B68AC-19E4-524D-9D9E-D2036CA2B3C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89084605"/>
                </p:ext>
              </p:extLst>
            </p:nvPr>
          </p:nvGraphicFramePr>
          <p:xfrm>
            <a:off x="2032000" y="719666"/>
            <a:ext cx="8128000" cy="541866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456220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E9625-AD4A-7D41-BDAE-C4A7326F8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CatML</a:t>
            </a:r>
            <a:r>
              <a:rPr lang="en-US" dirty="0"/>
              <a:t> Assistant: UX/UI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3D9E6-3254-3A4E-BC28-693F7BEC1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Theories</a:t>
            </a:r>
          </a:p>
          <a:p>
            <a:pPr lvl="1"/>
            <a:r>
              <a:rPr lang="en-US" dirty="0"/>
              <a:t>Add</a:t>
            </a:r>
          </a:p>
          <a:p>
            <a:pPr lvl="1"/>
            <a:r>
              <a:rPr lang="en-US" dirty="0"/>
              <a:t>Edit</a:t>
            </a:r>
          </a:p>
          <a:p>
            <a:pPr lvl="1"/>
            <a:r>
              <a:rPr lang="en-US" dirty="0"/>
              <a:t>Delete</a:t>
            </a:r>
          </a:p>
          <a:p>
            <a:pPr lvl="1"/>
            <a:r>
              <a:rPr lang="en-US" dirty="0"/>
              <a:t>Extend</a:t>
            </a:r>
          </a:p>
          <a:p>
            <a:pPr lvl="1"/>
            <a:r>
              <a:rPr lang="en-US" dirty="0"/>
              <a:t>Instance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Model</a:t>
            </a:r>
          </a:p>
          <a:p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0922E0C-7B02-E740-8070-89AC7DB3A521}"/>
              </a:ext>
            </a:extLst>
          </p:cNvPr>
          <p:cNvGrpSpPr/>
          <p:nvPr/>
        </p:nvGrpSpPr>
        <p:grpSpPr>
          <a:xfrm>
            <a:off x="3412475" y="1746648"/>
            <a:ext cx="8210320" cy="4430315"/>
            <a:chOff x="3412475" y="1746648"/>
            <a:chExt cx="8210320" cy="443031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CF2354D-F35C-0749-A254-DB4A53B04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2475" y="1746652"/>
              <a:ext cx="3108363" cy="4430311"/>
            </a:xfrm>
            <a:prstGeom prst="rect">
              <a:avLst/>
            </a:prstGeom>
            <a:ln>
              <a:solidFill>
                <a:schemeClr val="tx1"/>
              </a:solidFill>
            </a:ln>
            <a:effectLst/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390039E-7C4F-6F45-8E97-1F2CAA9BB7B7}"/>
                </a:ext>
              </a:extLst>
            </p:cNvPr>
            <p:cNvSpPr/>
            <p:nvPr/>
          </p:nvSpPr>
          <p:spPr>
            <a:xfrm>
              <a:off x="3412475" y="5629618"/>
              <a:ext cx="3108362" cy="231355"/>
            </a:xfrm>
            <a:prstGeom prst="rect">
              <a:avLst/>
            </a:prstGeom>
            <a:solidFill>
              <a:schemeClr val="accent2">
                <a:alpha val="2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8F62B5E-3150-8745-B6F3-21EF3FC80EF9}"/>
                </a:ext>
              </a:extLst>
            </p:cNvPr>
            <p:cNvSpPr/>
            <p:nvPr/>
          </p:nvSpPr>
          <p:spPr>
            <a:xfrm>
              <a:off x="6520838" y="2126253"/>
              <a:ext cx="5101957" cy="4050708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2B385D9-A990-4040-AC31-01FA8A833EB5}"/>
                </a:ext>
              </a:extLst>
            </p:cNvPr>
            <p:cNvSpPr/>
            <p:nvPr/>
          </p:nvSpPr>
          <p:spPr>
            <a:xfrm>
              <a:off x="6520838" y="1746656"/>
              <a:ext cx="5101957" cy="379599"/>
            </a:xfrm>
            <a:prstGeom prst="rect">
              <a:avLst/>
            </a:prstGeom>
            <a:solidFill>
              <a:srgbClr val="161A1A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latin typeface="Comfortaa Light" pitchFamily="2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73BD560-7B53-674C-B6E5-C3FC619C6613}"/>
                </a:ext>
              </a:extLst>
            </p:cNvPr>
            <p:cNvSpPr/>
            <p:nvPr/>
          </p:nvSpPr>
          <p:spPr>
            <a:xfrm>
              <a:off x="6520837" y="1746648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Theory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5979016-A907-A84A-B294-FF521AEB5B56}"/>
                </a:ext>
              </a:extLst>
            </p:cNvPr>
            <p:cNvSpPr/>
            <p:nvPr/>
          </p:nvSpPr>
          <p:spPr>
            <a:xfrm>
              <a:off x="10409791" y="1746648"/>
              <a:ext cx="1213004" cy="379603"/>
            </a:xfrm>
            <a:prstGeom prst="rect">
              <a:avLst/>
            </a:prstGeom>
            <a:solidFill>
              <a:srgbClr val="262E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rgbClr val="FF7E1C"/>
                  </a:solidFill>
                  <a:latin typeface="Comfortaa Light" pitchFamily="2" charset="0"/>
                </a:rPr>
                <a:t>Models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AF6DCD-6E0E-D845-AC3B-9E81DD247E9F}"/>
                </a:ext>
              </a:extLst>
            </p:cNvPr>
            <p:cNvSpPr/>
            <p:nvPr/>
          </p:nvSpPr>
          <p:spPr>
            <a:xfrm>
              <a:off x="9113473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Syntax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15FC035-19FB-C24A-98B3-BC8A67317089}"/>
                </a:ext>
              </a:extLst>
            </p:cNvPr>
            <p:cNvSpPr/>
            <p:nvPr/>
          </p:nvSpPr>
          <p:spPr>
            <a:xfrm>
              <a:off x="7817155" y="1746652"/>
              <a:ext cx="1213004" cy="379603"/>
            </a:xfrm>
            <a:prstGeom prst="rect">
              <a:avLst/>
            </a:prstGeom>
            <a:solidFill>
              <a:srgbClr val="1E24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atin typeface="Comfortaa Light" pitchFamily="2" charset="0"/>
                </a:rPr>
                <a:t>Instances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3152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DD9A75-A59D-5646-A0C8-B5E74485BCE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445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1"/>
            <a:ext cx="7315200" cy="6857999"/>
          </a:xfrm>
          <a:solidFill>
            <a:schemeClr val="bg1">
              <a:alpha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aliases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→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•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=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Service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Kind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Function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createWorkspace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233174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2914ED-AC6C-0C45-98E9-156293BD5DF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l="824" r="2095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@theory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 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types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terms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axioms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{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sassoc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sunital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},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 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addTheory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Schema, 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66477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1"/>
            <a:ext cx="7315200" cy="6857999"/>
          </a:xfrm>
          <a:solidFill>
            <a:schemeClr val="bg1">
              <a:alpha val="50000"/>
            </a:schemeClr>
          </a:solidFill>
        </p:spPr>
        <p:txBody>
          <a:bodyPr vert="horz" lIns="45720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src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tgt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755585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3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4C9F58-3911-444C-A022-5C2A86DC87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r="4446" b="1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44" name="Straight Connector 4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2"/>
            <a:ext cx="7315200" cy="6857998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Data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V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1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Attr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GraphSchema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addKindsAndFns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addKG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PropertyGraphSchemaWS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PropertÿGraph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endParaRPr lang="en-US" sz="2000" i="1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78750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@instance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MatrixDomain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endParaRPr lang="en-US" sz="2000" dirty="0">
              <a:solidFill>
                <a:srgbClr val="00B0F0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id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compose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addCategory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cloneWorkspace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Category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renameKinds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MatrixWS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98805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780" y="0"/>
            <a:ext cx="7315200" cy="6858001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@program </a:t>
            </a:r>
            <a:r>
              <a:rPr lang="en-US" sz="20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TestMatrix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000" dirty="0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Matrix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 [[0,1][-1,0]]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size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 1)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2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eltype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num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 @test </a:t>
            </a:r>
            <a:r>
              <a:rPr lang="en-US" sz="2000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  <a:r>
              <a:rPr lang="en-US" sz="20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== </a:t>
            </a:r>
            <a:r>
              <a:rPr lang="en-US" sz="2000" dirty="0" err="1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MatDom</a:t>
            </a: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(num,2)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13340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C5E6CFF1-2F42-4E10-9A97-F116F46F53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7C4397-9784-1643-8FE7-35D31D42AF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5000"/>
          </a:blip>
          <a:srcRect t="15542" b="1124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E17CB3-160F-954A-A69E-81608555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1065862"/>
            <a:ext cx="3313164" cy="4726276"/>
          </a:xfrm>
        </p:spPr>
        <p:txBody>
          <a:bodyPr>
            <a:normAutofit/>
          </a:bodyPr>
          <a:lstStyle/>
          <a:p>
            <a:pPr algn="r"/>
            <a:r>
              <a:rPr lang="en-US" sz="4000" dirty="0">
                <a:ln w="22225">
                  <a:solidFill>
                    <a:srgbClr val="FFFFFF"/>
                  </a:solidFill>
                </a:ln>
                <a:solidFill>
                  <a:srgbClr val="FFFFFF"/>
                </a:solidFill>
              </a:rPr>
              <a:t>Flow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7182200-4859-4C8D-BCBB-55B245C28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3372" y="2286000"/>
            <a:ext cx="0" cy="22860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61371-CB50-8C46-8FFD-45BC299F3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0" y="0"/>
            <a:ext cx="7315200" cy="6858000"/>
          </a:xfrm>
          <a:solidFill>
            <a:schemeClr val="bg1">
              <a:alpha val="50000"/>
            </a:schemeClr>
          </a:solidFill>
        </p:spPr>
        <p:txBody>
          <a:bodyPr lIns="45720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@present 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TrigFunctions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 &lt;: </a:t>
            </a:r>
            <a:r>
              <a:rPr lang="en-US" sz="2100" dirty="0" err="1">
                <a:solidFill>
                  <a:srgbClr val="FF7E1C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FreeCartesianCategory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{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Ob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sin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cos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+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    (</a:t>
            </a:r>
            <a:r>
              <a:rPr lang="en-US" sz="2100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*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)::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Hom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 err="1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otimes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(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),</a:t>
            </a:r>
            <a:r>
              <a:rPr lang="en-US" sz="2100" dirty="0">
                <a:solidFill>
                  <a:srgbClr val="00B0F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R</a:t>
            </a: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}</a:t>
            </a:r>
          </a:p>
          <a:p>
            <a:pPr marL="0" indent="0">
              <a:buNone/>
            </a:pPr>
            <a:endParaRPr lang="en-US" sz="2000" dirty="0">
              <a:solidFill>
                <a:srgbClr val="FFFFFF"/>
              </a:solidFill>
              <a:latin typeface="3270-MEDIUM" panose="02000609000000000000" pitchFamily="49" charset="77"/>
              <a:ea typeface="3270-MEDIUM" panose="02000609000000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54174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BCA79-8BAC-F240-B90D-9081A557F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Wiring Diagram to Function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9867-9E5D-1248-819D-CE5AC7DEE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wiring diagrams are an instance of a </a:t>
            </a:r>
            <a:r>
              <a:rPr lang="en-US" dirty="0" err="1"/>
              <a:t>SymmetricMonoidalCategory</a:t>
            </a:r>
            <a:endParaRPr lang="en-US" dirty="0"/>
          </a:p>
          <a:p>
            <a:r>
              <a:rPr lang="en-US" dirty="0" err="1"/>
              <a:t>WiringDiagram</a:t>
            </a:r>
            <a:r>
              <a:rPr lang="en-US" dirty="0"/>
              <a:t> = </a:t>
            </a:r>
            <a:r>
              <a:rPr lang="en-US" dirty="0" err="1"/>
              <a:t>FunctionGraph</a:t>
            </a:r>
            <a:endParaRPr lang="en-US" dirty="0"/>
          </a:p>
          <a:p>
            <a:pPr lvl="1"/>
            <a:r>
              <a:rPr lang="en-US" dirty="0"/>
              <a:t>Box = Function</a:t>
            </a:r>
          </a:p>
          <a:p>
            <a:pPr lvl="1"/>
            <a:r>
              <a:rPr lang="en-US" dirty="0"/>
              <a:t>Wire = Input/Output link</a:t>
            </a:r>
          </a:p>
          <a:p>
            <a:r>
              <a:rPr lang="en-US" dirty="0"/>
              <a:t>compose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5706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4B97E2-1F51-7E4C-BFEF-CDE86D98A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Monoid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1F2E4F-E6BD-624D-BA22-E584456F2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Monoid </a:t>
            </a:r>
            <a:r>
              <a:rPr lang="en-US" dirty="0">
                <a:solidFill>
                  <a:srgbClr val="24598E"/>
                </a:solidFill>
              </a:rPr>
              <a:t>A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 = 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)</a:t>
            </a:r>
          </a:p>
          <a:p>
            <a:pPr lvl="1"/>
            <a:r>
              <a:rPr lang="en-US" dirty="0"/>
              <a:t>set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</a:p>
          <a:p>
            <a:pPr lvl="1"/>
            <a:r>
              <a:rPr lang="en-US" dirty="0"/>
              <a:t>multiplication operation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</a:p>
          <a:p>
            <a:r>
              <a:rPr lang="en-US" dirty="0"/>
              <a:t>Category </a:t>
            </a:r>
            <a:r>
              <a:rPr lang="en-US" dirty="0">
                <a:solidFill>
                  <a:srgbClr val="24598E"/>
                </a:solidFill>
              </a:rPr>
              <a:t>A</a:t>
            </a:r>
            <a:r>
              <a:rPr lang="en-US" dirty="0"/>
              <a:t> with one object </a:t>
            </a:r>
            <a:r>
              <a:rPr lang="en-US" dirty="0">
                <a:solidFill>
                  <a:srgbClr val="00B050"/>
                </a:solidFill>
              </a:rPr>
              <a:t>•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=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</a:p>
          <a:p>
            <a:pPr lvl="1"/>
            <a:r>
              <a:rPr lang="en-US" dirty="0">
                <a:latin typeface="Optima" panose="02000503060000020004" pitchFamily="2" charset="0"/>
              </a:rPr>
              <a:t>The </a:t>
            </a:r>
            <a:r>
              <a:rPr lang="en-US" dirty="0" err="1">
                <a:latin typeface="Optima" panose="02000503060000020004" pitchFamily="2" charset="0"/>
              </a:rPr>
              <a:t>homs</a:t>
            </a:r>
            <a:r>
              <a:rPr lang="en-US" dirty="0">
                <a:latin typeface="Optima" panose="02000503060000020004" pitchFamily="2" charset="0"/>
              </a:rPr>
              <a:t>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dirty="0">
                <a:latin typeface="Optima" panose="02000503060000020004" pitchFamily="2" charset="0"/>
              </a:rPr>
              <a:t> are from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dirty="0">
                <a:latin typeface="Optima" panose="02000503060000020004" pitchFamily="2" charset="0"/>
              </a:rPr>
              <a:t> to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endParaRPr lang="en-US" dirty="0">
              <a:latin typeface="Optima" panose="02000503060000020004" pitchFamily="2" charset="0"/>
            </a:endParaRP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dirty="0"/>
              <a:t> is identity</a:t>
            </a:r>
          </a:p>
          <a:p>
            <a:pPr lvl="1"/>
            <a:r>
              <a:rPr lang="en-US" dirty="0"/>
              <a:t>composition is multiplication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619981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Functor 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: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The one object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will be some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</a:t>
            </a:r>
            <a:r>
              <a:rPr lang="en-US" sz="4400" b="1" i="1" dirty="0">
                <a:latin typeface="Optima" panose="02000503060000020004" pitchFamily="2" charset="0"/>
              </a:rPr>
              <a:t> 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b="1" i="1" dirty="0">
                <a:latin typeface="Optima" panose="02000503060000020004" pitchFamily="2" charset="0"/>
              </a:rPr>
              <a:t>(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b="1" i="1" dirty="0">
                <a:latin typeface="Optima" panose="02000503060000020004" pitchFamily="2" charset="0"/>
              </a:rPr>
              <a:t>)∈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</a:p>
        </p:txBody>
      </p:sp>
    </p:spTree>
    <p:extLst>
      <p:ext uri="{BB962C8B-B14F-4D97-AF65-F5344CB8AC3E}">
        <p14:creationId xmlns:p14="http://schemas.microsoft.com/office/powerpoint/2010/main" val="4289008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Each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is a morphism: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a </a:t>
            </a:r>
            <a:r>
              <a:rPr lang="en-US" sz="4400" b="1" i="1" dirty="0">
                <a:latin typeface="Optima" panose="02000503060000020004" pitchFamily="2" charset="0"/>
              </a:rPr>
              <a:t>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•</a:t>
            </a:r>
          </a:p>
        </p:txBody>
      </p:sp>
    </p:spTree>
    <p:extLst>
      <p:ext uri="{BB962C8B-B14F-4D97-AF65-F5344CB8AC3E}">
        <p14:creationId xmlns:p14="http://schemas.microsoft.com/office/powerpoint/2010/main" val="692008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And because each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3200" b="1" i="1" dirty="0">
                <a:latin typeface="Optima" panose="02000503060000020004" pitchFamily="2" charset="0"/>
              </a:rPr>
              <a:t>(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b="1" i="1" dirty="0">
                <a:latin typeface="Optima" panose="02000503060000020004" pitchFamily="2" charset="0"/>
              </a:rPr>
              <a:t>)∈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  <a:endParaRPr lang="en-US" sz="32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indent="0">
              <a:buNone/>
            </a:pPr>
            <a:endParaRPr lang="en-US" sz="3200" dirty="0"/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 → 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</a:t>
            </a:r>
            <a:r>
              <a:rPr lang="en-US" sz="4400" b="1" i="1" dirty="0">
                <a:latin typeface="Optima" panose="02000503060000020004" pitchFamily="2" charset="0"/>
              </a:rPr>
              <a:t>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Set</a:t>
            </a:r>
          </a:p>
        </p:txBody>
      </p:sp>
    </p:spTree>
    <p:extLst>
      <p:ext uri="{BB962C8B-B14F-4D97-AF65-F5344CB8AC3E}">
        <p14:creationId xmlns:p14="http://schemas.microsoft.com/office/powerpoint/2010/main" val="13030609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choice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one object and one arrow.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358241" y="3601130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162388-B03B-894E-8976-6FAC2FE0584A}"/>
              </a:ext>
            </a:extLst>
          </p:cNvPr>
          <p:cNvCxnSpPr>
            <a:cxnSpLocks/>
          </p:cNvCxnSpPr>
          <p:nvPr/>
        </p:nvCxnSpPr>
        <p:spPr>
          <a:xfrm>
            <a:off x="3069771" y="3124200"/>
            <a:ext cx="1763486" cy="1132114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F1B73A-6D7E-1E4C-9906-5E5A1D8EF43E}"/>
              </a:ext>
            </a:extLst>
          </p:cNvPr>
          <p:cNvCxnSpPr>
            <a:cxnSpLocks/>
          </p:cNvCxnSpPr>
          <p:nvPr/>
        </p:nvCxnSpPr>
        <p:spPr>
          <a:xfrm>
            <a:off x="3973286" y="3124200"/>
            <a:ext cx="0" cy="1034143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551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49CC6-7310-DC40-ACB1-995E36159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48" y="1974396"/>
            <a:ext cx="6283780" cy="3257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pair</a:t>
            </a:r>
            <a:endParaRPr lang="en-US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two objects and two arrows.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1144832" y="1796823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499755" y="1796822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D9DCB8-D4A3-7245-AAB2-0B433D4E17FE}"/>
              </a:ext>
            </a:extLst>
          </p:cNvPr>
          <p:cNvCxnSpPr>
            <a:cxnSpLocks/>
          </p:cNvCxnSpPr>
          <p:nvPr/>
        </p:nvCxnSpPr>
        <p:spPr>
          <a:xfrm>
            <a:off x="2819400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15D89-271C-3D4A-A3E1-836D6C2FE0D3}"/>
              </a:ext>
            </a:extLst>
          </p:cNvPr>
          <p:cNvCxnSpPr>
            <a:cxnSpLocks/>
          </p:cNvCxnSpPr>
          <p:nvPr/>
        </p:nvCxnSpPr>
        <p:spPr>
          <a:xfrm>
            <a:off x="3962400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17D749-4DDD-2D4C-9560-87740ABE9044}"/>
              </a:ext>
            </a:extLst>
          </p:cNvPr>
          <p:cNvCxnSpPr>
            <a:cxnSpLocks/>
          </p:cNvCxnSpPr>
          <p:nvPr/>
        </p:nvCxnSpPr>
        <p:spPr>
          <a:xfrm>
            <a:off x="5116285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93BF8E-FEF5-4646-A999-60A50250A803}"/>
              </a:ext>
            </a:extLst>
          </p:cNvPr>
          <p:cNvCxnSpPr>
            <a:cxnSpLocks/>
          </p:cNvCxnSpPr>
          <p:nvPr/>
        </p:nvCxnSpPr>
        <p:spPr>
          <a:xfrm>
            <a:off x="1458685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485899E-2949-C64E-A864-CB7F1710E6DE}"/>
              </a:ext>
            </a:extLst>
          </p:cNvPr>
          <p:cNvSpPr/>
          <p:nvPr/>
        </p:nvSpPr>
        <p:spPr>
          <a:xfrm>
            <a:off x="1144832" y="3575957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C4F652-990D-D342-A267-909E0E2532C6}"/>
              </a:ext>
            </a:extLst>
          </p:cNvPr>
          <p:cNvSpPr/>
          <p:nvPr/>
        </p:nvSpPr>
        <p:spPr>
          <a:xfrm>
            <a:off x="3499755" y="3604675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639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 and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 aren’t </a:t>
            </a:r>
            <a:r>
              <a:rPr lang="en-US" i="1" dirty="0"/>
              <a:t>the same</a:t>
            </a:r>
            <a:r>
              <a:rPr lang="en-US" dirty="0"/>
              <a:t>, but they share an essential meaning and are </a:t>
            </a:r>
            <a:r>
              <a:rPr lang="en-US" i="1" dirty="0"/>
              <a:t>interchangeable</a:t>
            </a:r>
            <a:r>
              <a:rPr lang="en-US" dirty="0"/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940EB14-6C96-0B41-B0D0-54C89F84FF9E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A1CA22-1F04-154C-AF27-D31B832C3E1D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859C44-092F-704E-892F-DC942EE3D22E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956306-B8BE-9A4D-800D-EE83402DA48D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F7FC0-95F4-6947-918D-561844C26FB6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4687A-7B73-144E-B58E-244965927F74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A624A9-9DA5-EB44-A6D3-05217B99F4F9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15B5A-5A0A-6F41-9742-19533FB75545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7C6A38-9314-2B40-91C8-6B897E0900DD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23" name="Elbow Connector 7">
            <a:extLst>
              <a:ext uri="{FF2B5EF4-FFF2-40B4-BE49-F238E27FC236}">
                <a16:creationId xmlns:a16="http://schemas.microsoft.com/office/drawing/2014/main" id="{EF46357A-6D88-FD4B-AFF4-7DD069972C74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4C410D9-AFED-9B43-BABF-1FEC298A6411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901485-9B68-2D45-935F-E2DEEA2FF4B7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4111F3-0A88-0540-93E0-643B5FB0351F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8C84C-3C2D-8C42-91AB-603970A2D0BA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073B3C-A344-5E44-863B-26A58AB3F6B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2061340-B02F-604E-A0CA-3B43F72229E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25E5DE-99D2-3547-85D7-A299DA832038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BE4319-61FB-C140-86C3-310E7E375F55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F528A8-183C-3849-B3D4-AD23DCEF39DA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148A8BA-1945-334F-B1B2-28A2270340DA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1807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AA2852-9DD3-8C44-AFEE-D5592916E3E7}"/>
              </a:ext>
            </a:extLst>
          </p:cNvPr>
          <p:cNvGrpSpPr/>
          <p:nvPr/>
        </p:nvGrpSpPr>
        <p:grpSpPr>
          <a:xfrm>
            <a:off x="1308696" y="1679555"/>
            <a:ext cx="9574608" cy="4544949"/>
            <a:chOff x="1308696" y="1679555"/>
            <a:chExt cx="9574608" cy="4544949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02E4993-2F74-9E41-9A6C-FC1B75A79234}"/>
                </a:ext>
              </a:extLst>
            </p:cNvPr>
            <p:cNvGrpSpPr/>
            <p:nvPr/>
          </p:nvGrpSpPr>
          <p:grpSpPr>
            <a:xfrm>
              <a:off x="1308696" y="4074447"/>
              <a:ext cx="9574608" cy="2150057"/>
              <a:chOff x="2457079" y="4074447"/>
              <a:chExt cx="9574608" cy="2150057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96CDC68-A0AC-0948-8CAA-B81E4A10B5AD}"/>
                  </a:ext>
                </a:extLst>
              </p:cNvPr>
              <p:cNvSpPr txBox="1"/>
              <p:nvPr/>
            </p:nvSpPr>
            <p:spPr>
              <a:xfrm>
                <a:off x="9950668" y="4682592"/>
                <a:ext cx="208101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Arrow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6703949A-4D45-634B-A54E-D437F4F996C6}"/>
                  </a:ext>
                </a:extLst>
              </p:cNvPr>
              <p:cNvGrpSpPr/>
              <p:nvPr/>
            </p:nvGrpSpPr>
            <p:grpSpPr>
              <a:xfrm>
                <a:off x="2457079" y="4074447"/>
                <a:ext cx="7277843" cy="2150057"/>
                <a:chOff x="1844161" y="4074447"/>
                <a:chExt cx="7277843" cy="2150057"/>
              </a:xfrm>
            </p:grpSpPr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1BEFB62F-616C-2140-89AF-F257A941C284}"/>
                    </a:ext>
                  </a:extLst>
                </p:cNvPr>
                <p:cNvGrpSpPr/>
                <p:nvPr/>
              </p:nvGrpSpPr>
              <p:grpSpPr>
                <a:xfrm>
                  <a:off x="2109505" y="4654875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C60C5A0A-7710-0E44-B738-B180618659F6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9A5B3139-72A6-EF4C-9773-29694AFA4D26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27" name="Elbow Connector 7">
                    <a:extLst>
                      <a:ext uri="{FF2B5EF4-FFF2-40B4-BE49-F238E27FC236}">
                        <a16:creationId xmlns:a16="http://schemas.microsoft.com/office/drawing/2014/main" id="{9BCA7B42-C53C-6A40-A2EB-EDB8CD873DBF}"/>
                      </a:ext>
                    </a:extLst>
                  </p:cNvPr>
                  <p:cNvCxnSpPr>
                    <a:cxnSpLocks/>
                    <a:stCxn id="25" idx="3"/>
                    <a:endCxn id="2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89C448D-6FE8-1E4C-A477-FBDABA53E804}"/>
                    </a:ext>
                  </a:extLst>
                </p:cNvPr>
                <p:cNvSpPr/>
                <p:nvPr/>
              </p:nvSpPr>
              <p:spPr>
                <a:xfrm>
                  <a:off x="6013898" y="4653033"/>
                  <a:ext cx="914400" cy="914400"/>
                </a:xfrm>
                <a:prstGeom prst="ellipse">
                  <a:avLst/>
                </a:prstGeom>
                <a:solidFill>
                  <a:srgbClr val="28789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C5B4FE4-EC64-B041-9291-A917A922132B}"/>
                    </a:ext>
                  </a:extLst>
                </p:cNvPr>
                <p:cNvSpPr/>
                <p:nvPr/>
              </p:nvSpPr>
              <p:spPr>
                <a:xfrm>
                  <a:off x="7858849" y="4694734"/>
                  <a:ext cx="1091966" cy="83099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4800" b="1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id</a:t>
                  </a:r>
                  <a:r>
                    <a:rPr lang="en-US" sz="4800" b="1" baseline="-25000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B</a:t>
                  </a:r>
                  <a:endParaRPr lang="en-US" baseline="-25000" dirty="0">
                    <a:solidFill>
                      <a:srgbClr val="287897"/>
                    </a:solidFill>
                  </a:endParaRPr>
                </a:p>
              </p:txBody>
            </p:sp>
            <p:cxnSp>
              <p:nvCxnSpPr>
                <p:cNvPr id="24" name="Elbow Connector 7">
                  <a:extLst>
                    <a:ext uri="{FF2B5EF4-FFF2-40B4-BE49-F238E27FC236}">
                      <a16:creationId xmlns:a16="http://schemas.microsoft.com/office/drawing/2014/main" id="{E350F895-F081-764B-9ABD-8A224D25AAB9}"/>
                    </a:ext>
                  </a:extLst>
                </p:cNvPr>
                <p:cNvCxnSpPr>
                  <a:cxnSpLocks/>
                  <a:stCxn id="22" idx="5"/>
                  <a:endCxn id="22" idx="7"/>
                </p:cNvCxnSpPr>
                <p:nvPr/>
              </p:nvCxnSpPr>
              <p:spPr>
                <a:xfrm rot="5400000" flipH="1">
                  <a:off x="6471098" y="5110233"/>
                  <a:ext cx="646578" cy="12700"/>
                </a:xfrm>
                <a:prstGeom prst="curvedConnector5">
                  <a:avLst>
                    <a:gd name="adj1" fmla="val -35355"/>
                    <a:gd name="adj2" fmla="val -7774150"/>
                    <a:gd name="adj3" fmla="val 135355"/>
                  </a:avLst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031E0AD-B86C-6643-85CB-7B31ACEE83D5}"/>
                    </a:ext>
                  </a:extLst>
                </p:cNvPr>
                <p:cNvSpPr/>
                <p:nvPr/>
              </p:nvSpPr>
              <p:spPr>
                <a:xfrm>
                  <a:off x="1844161" y="4074447"/>
                  <a:ext cx="7277843" cy="2150057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7" name="Elbow Connector 7">
                  <a:extLst>
                    <a:ext uri="{FF2B5EF4-FFF2-40B4-BE49-F238E27FC236}">
                      <a16:creationId xmlns:a16="http://schemas.microsoft.com/office/drawing/2014/main" id="{2F888B74-825B-A54A-A781-DABBDC2EB9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 flipV="1">
                  <a:off x="5536863" y="4749691"/>
                  <a:ext cx="12700" cy="646578"/>
                </a:xfrm>
                <a:prstGeom prst="straightConnector1">
                  <a:avLst/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0F68322-7CC9-E148-B058-6323A1D0418B}"/>
                    </a:ext>
                  </a:extLst>
                </p:cNvPr>
                <p:cNvSpPr/>
                <p:nvPr/>
              </p:nvSpPr>
              <p:spPr>
                <a:xfrm>
                  <a:off x="5315409" y="4500906"/>
                  <a:ext cx="335348" cy="58477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3200" b="1" i="1" dirty="0">
                      <a:solidFill>
                        <a:srgbClr val="287897"/>
                      </a:solidFill>
                      <a:latin typeface="Comfortaa" pitchFamily="2" charset="0"/>
                    </a:rPr>
                    <a:t>f</a:t>
                  </a:r>
                  <a:endParaRPr lang="en-US" sz="1100" i="1" dirty="0"/>
                </a:p>
              </p:txBody>
            </p:sp>
          </p:grp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BD80F11-D263-1B42-8B5D-4A8A9BC8CC77}"/>
                </a:ext>
              </a:extLst>
            </p:cNvPr>
            <p:cNvGrpSpPr/>
            <p:nvPr/>
          </p:nvGrpSpPr>
          <p:grpSpPr>
            <a:xfrm>
              <a:off x="3238271" y="1679555"/>
              <a:ext cx="5715457" cy="1651591"/>
              <a:chOff x="3407229" y="1556657"/>
              <a:chExt cx="5715457" cy="1651591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B031342-0EE7-AF44-9A68-95CE0AAF0269}"/>
                  </a:ext>
                </a:extLst>
              </p:cNvPr>
              <p:cNvSpPr txBox="1"/>
              <p:nvPr/>
            </p:nvSpPr>
            <p:spPr>
              <a:xfrm>
                <a:off x="6985562" y="1966953"/>
                <a:ext cx="213712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Disc(1)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66D6E9AD-2345-AD45-8BDD-5B02939358E7}"/>
                  </a:ext>
                </a:extLst>
              </p:cNvPr>
              <p:cNvGrpSpPr/>
              <p:nvPr/>
            </p:nvGrpSpPr>
            <p:grpSpPr>
              <a:xfrm>
                <a:off x="3407229" y="1556657"/>
                <a:ext cx="3450772" cy="1651591"/>
                <a:chOff x="4112056" y="2617600"/>
                <a:chExt cx="3450772" cy="1651591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772E495-1995-834C-B063-D11AE73A7D1A}"/>
                    </a:ext>
                  </a:extLst>
                </p:cNvPr>
                <p:cNvGrpSpPr/>
                <p:nvPr/>
              </p:nvGrpSpPr>
              <p:grpSpPr>
                <a:xfrm>
                  <a:off x="4362848" y="2971800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436814CB-3D56-194C-AA8C-44AF57A77901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03B4793-CFE7-2546-A6AE-C90813B31A90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47" name="Elbow Connector 7">
                    <a:extLst>
                      <a:ext uri="{FF2B5EF4-FFF2-40B4-BE49-F238E27FC236}">
                        <a16:creationId xmlns:a16="http://schemas.microsoft.com/office/drawing/2014/main" id="{6CAE503A-A642-7B44-992D-BC106638FC2E}"/>
                      </a:ext>
                    </a:extLst>
                  </p:cNvPr>
                  <p:cNvCxnSpPr>
                    <a:cxnSpLocks/>
                    <a:stCxn id="45" idx="3"/>
                    <a:endCxn id="4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7273BE7-DE68-DA4B-A372-28D418A8208E}"/>
                    </a:ext>
                  </a:extLst>
                </p:cNvPr>
                <p:cNvSpPr/>
                <p:nvPr/>
              </p:nvSpPr>
              <p:spPr>
                <a:xfrm>
                  <a:off x="4112056" y="2617600"/>
                  <a:ext cx="3450772" cy="1651591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296335" y="3323737"/>
              <a:ext cx="56938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1517930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66FCD6-F13B-1346-8375-9F27879D641A}"/>
              </a:ext>
            </a:extLst>
          </p:cNvPr>
          <p:cNvGrpSpPr/>
          <p:nvPr/>
        </p:nvGrpSpPr>
        <p:grpSpPr>
          <a:xfrm>
            <a:off x="1308696" y="2017986"/>
            <a:ext cx="7995710" cy="4206518"/>
            <a:chOff x="1308696" y="1180021"/>
            <a:chExt cx="9588507" cy="504448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6CDC68-A0AC-0948-8CAA-B81E4A10B5AD}"/>
                </a:ext>
              </a:extLst>
            </p:cNvPr>
            <p:cNvSpPr txBox="1"/>
            <p:nvPr/>
          </p:nvSpPr>
          <p:spPr>
            <a:xfrm>
              <a:off x="8802286" y="4682592"/>
              <a:ext cx="1924639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Arrow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60C5A0A-7710-0E44-B738-B180618659F6}"/>
                </a:ext>
              </a:extLst>
            </p:cNvPr>
            <p:cNvSpPr/>
            <p:nvPr/>
          </p:nvSpPr>
          <p:spPr>
            <a:xfrm>
              <a:off x="3646974" y="4654875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A5B3139-72A6-EF4C-9773-29694AFA4D26}"/>
                </a:ext>
              </a:extLst>
            </p:cNvPr>
            <p:cNvSpPr/>
            <p:nvPr/>
          </p:nvSpPr>
          <p:spPr>
            <a:xfrm>
              <a:off x="1574040" y="4696576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7" name="Elbow Connector 7">
              <a:extLst>
                <a:ext uri="{FF2B5EF4-FFF2-40B4-BE49-F238E27FC236}">
                  <a16:creationId xmlns:a16="http://schemas.microsoft.com/office/drawing/2014/main" id="{9BCA7B42-C53C-6A40-A2EB-EDB8CD873DBF}"/>
                </a:ext>
              </a:extLst>
            </p:cNvPr>
            <p:cNvCxnSpPr>
              <a:cxnSpLocks/>
              <a:stCxn id="25" idx="3"/>
              <a:endCxn id="25" idx="1"/>
            </p:cNvCxnSpPr>
            <p:nvPr/>
          </p:nvCxnSpPr>
          <p:spPr>
            <a:xfrm rot="5400000" flipH="1">
              <a:off x="3457596" y="5112075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89C448D-6FE8-1E4C-A477-FBDABA53E804}"/>
                </a:ext>
              </a:extLst>
            </p:cNvPr>
            <p:cNvSpPr/>
            <p:nvPr/>
          </p:nvSpPr>
          <p:spPr>
            <a:xfrm>
              <a:off x="5478433" y="4653033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5B4FE4-EC64-B041-9291-A917A922132B}"/>
                </a:ext>
              </a:extLst>
            </p:cNvPr>
            <p:cNvSpPr/>
            <p:nvPr/>
          </p:nvSpPr>
          <p:spPr>
            <a:xfrm>
              <a:off x="7323384" y="4694734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4" name="Elbow Connector 7">
              <a:extLst>
                <a:ext uri="{FF2B5EF4-FFF2-40B4-BE49-F238E27FC236}">
                  <a16:creationId xmlns:a16="http://schemas.microsoft.com/office/drawing/2014/main" id="{E350F895-F081-764B-9ABD-8A224D25AAB9}"/>
                </a:ext>
              </a:extLst>
            </p:cNvPr>
            <p:cNvCxnSpPr>
              <a:cxnSpLocks/>
              <a:stCxn id="22" idx="5"/>
              <a:endCxn id="22" idx="7"/>
            </p:cNvCxnSpPr>
            <p:nvPr/>
          </p:nvCxnSpPr>
          <p:spPr>
            <a:xfrm rot="5400000" flipH="1">
              <a:off x="5935633" y="5110233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031E0AD-B86C-6643-85CB-7B31ACEE83D5}"/>
                </a:ext>
              </a:extLst>
            </p:cNvPr>
            <p:cNvSpPr/>
            <p:nvPr/>
          </p:nvSpPr>
          <p:spPr>
            <a:xfrm>
              <a:off x="1308696" y="4074447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7" name="Elbow Connector 7">
              <a:extLst>
                <a:ext uri="{FF2B5EF4-FFF2-40B4-BE49-F238E27FC236}">
                  <a16:creationId xmlns:a16="http://schemas.microsoft.com/office/drawing/2014/main" id="{2F888B74-825B-A54A-A781-DABBDC2EB90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01398" y="4749691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F68322-7CC9-E148-B058-6323A1D0418B}"/>
                </a:ext>
              </a:extLst>
            </p:cNvPr>
            <p:cNvSpPr/>
            <p:nvPr/>
          </p:nvSpPr>
          <p:spPr>
            <a:xfrm>
              <a:off x="4779944" y="4500906"/>
              <a:ext cx="334871" cy="47981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sz="900" i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8813011" y="1800308"/>
              <a:ext cx="2084192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Disc(2)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174298" y="3323737"/>
              <a:ext cx="652055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i="1" dirty="0">
                  <a:solidFill>
                    <a:srgbClr val="287897"/>
                  </a:solidFill>
                  <a:latin typeface="Comfortaa" pitchFamily="2" charset="0"/>
                </a:rPr>
                <a:t>G</a:t>
              </a:r>
              <a:endParaRPr lang="en-US" sz="1200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B14073D-F05A-9E40-A5E8-2C391B42C50A}"/>
                </a:ext>
              </a:extLst>
            </p:cNvPr>
            <p:cNvSpPr/>
            <p:nvPr/>
          </p:nvSpPr>
          <p:spPr>
            <a:xfrm>
              <a:off x="3728874" y="1760449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655939" y="1802150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2" name="Elbow Connector 7">
              <a:extLst>
                <a:ext uri="{FF2B5EF4-FFF2-40B4-BE49-F238E27FC236}">
                  <a16:creationId xmlns:a16="http://schemas.microsoft.com/office/drawing/2014/main" id="{052D50E8-3443-CD46-A4CF-6E46653804EC}"/>
                </a:ext>
              </a:extLst>
            </p:cNvPr>
            <p:cNvCxnSpPr>
              <a:cxnSpLocks/>
              <a:stCxn id="28" idx="3"/>
              <a:endCxn id="28" idx="1"/>
            </p:cNvCxnSpPr>
            <p:nvPr/>
          </p:nvCxnSpPr>
          <p:spPr>
            <a:xfrm rot="5400000" flipH="1">
              <a:off x="3539496" y="2217649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32D189D-AD35-EA47-A2F9-497139B71570}"/>
                </a:ext>
              </a:extLst>
            </p:cNvPr>
            <p:cNvSpPr/>
            <p:nvPr/>
          </p:nvSpPr>
          <p:spPr>
            <a:xfrm>
              <a:off x="5560333" y="1758607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7405284" y="1800308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5" name="Elbow Connector 7">
              <a:extLst>
                <a:ext uri="{FF2B5EF4-FFF2-40B4-BE49-F238E27FC236}">
                  <a16:creationId xmlns:a16="http://schemas.microsoft.com/office/drawing/2014/main" id="{4F1C30DF-84B7-ED4A-B800-EBBF0FE4ACB9}"/>
                </a:ext>
              </a:extLst>
            </p:cNvPr>
            <p:cNvCxnSpPr>
              <a:cxnSpLocks/>
              <a:stCxn id="33" idx="5"/>
              <a:endCxn id="33" idx="7"/>
            </p:cNvCxnSpPr>
            <p:nvPr/>
          </p:nvCxnSpPr>
          <p:spPr>
            <a:xfrm rot="5400000" flipH="1">
              <a:off x="6017533" y="2215807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90596" y="1180021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1081120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B1BF58-6A37-9B4F-BD0F-BCABA1654362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52" name="Elbow Connector 7">
            <a:extLst>
              <a:ext uri="{FF2B5EF4-FFF2-40B4-BE49-F238E27FC236}">
                <a16:creationId xmlns:a16="http://schemas.microsoft.com/office/drawing/2014/main" id="{9C2543F8-4BBE-7A4C-9A9A-FB81EF9C248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0594AD9-08EB-3A4E-BCCE-1B29DBF0B720}"/>
              </a:ext>
            </a:extLst>
          </p:cNvPr>
          <p:cNvGrpSpPr/>
          <p:nvPr/>
        </p:nvGrpSpPr>
        <p:grpSpPr>
          <a:xfrm>
            <a:off x="1376991" y="2316694"/>
            <a:ext cx="3092923" cy="1112306"/>
            <a:chOff x="1376991" y="2316694"/>
            <a:chExt cx="3092923" cy="1112306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3323446" y="2549681"/>
              <a:ext cx="1146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Pair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598257" y="2536770"/>
              <a:ext cx="3658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1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2394301" y="2535234"/>
              <a:ext cx="45557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2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76991" y="2316694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E9B2C9-6DF5-E14B-B13E-15CC143401AA}"/>
              </a:ext>
            </a:extLst>
          </p:cNvPr>
          <p:cNvGrpSpPr/>
          <p:nvPr/>
        </p:nvGrpSpPr>
        <p:grpSpPr>
          <a:xfrm>
            <a:off x="1376991" y="4563848"/>
            <a:ext cx="3224369" cy="1112306"/>
            <a:chOff x="1376991" y="3647540"/>
            <a:chExt cx="3224369" cy="111230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E27CE1-F4FE-6C46-A328-AFA44F74CC11}"/>
                </a:ext>
              </a:extLst>
            </p:cNvPr>
            <p:cNvSpPr txBox="1"/>
            <p:nvPr/>
          </p:nvSpPr>
          <p:spPr>
            <a:xfrm>
              <a:off x="3323446" y="3880527"/>
              <a:ext cx="1277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Bool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3952E4C-AF24-7048-B1BD-452E4060B192}"/>
                </a:ext>
              </a:extLst>
            </p:cNvPr>
            <p:cNvSpPr/>
            <p:nvPr/>
          </p:nvSpPr>
          <p:spPr>
            <a:xfrm>
              <a:off x="1598257" y="3867616"/>
              <a:ext cx="48923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T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8BE6121-ADD7-B84D-823A-461DAC1FD3EE}"/>
                </a:ext>
              </a:extLst>
            </p:cNvPr>
            <p:cNvSpPr/>
            <p:nvPr/>
          </p:nvSpPr>
          <p:spPr>
            <a:xfrm>
              <a:off x="2394301" y="3866080"/>
              <a:ext cx="4732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08F1185-5035-C440-B654-39A2845338B7}"/>
                </a:ext>
              </a:extLst>
            </p:cNvPr>
            <p:cNvSpPr/>
            <p:nvPr/>
          </p:nvSpPr>
          <p:spPr>
            <a:xfrm>
              <a:off x="1376991" y="3647540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4243681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</TotalTime>
  <Words>821</Words>
  <Application>Microsoft Macintosh PowerPoint</Application>
  <PresentationFormat>Widescreen</PresentationFormat>
  <Paragraphs>202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3270-MEDIUM</vt:lpstr>
      <vt:lpstr>Arial</vt:lpstr>
      <vt:lpstr>Calibri</vt:lpstr>
      <vt:lpstr>Comfortaa</vt:lpstr>
      <vt:lpstr>Comfortaa Light</vt:lpstr>
      <vt:lpstr>Optima</vt:lpstr>
      <vt:lpstr>Office Theme</vt:lpstr>
      <vt:lpstr>Status Update</vt:lpstr>
      <vt:lpstr>PowerPoint Presentation</vt:lpstr>
      <vt:lpstr>PowerPoint Presentation</vt:lpstr>
      <vt:lpstr>PowerPoint Presentation</vt:lpstr>
      <vt:lpstr>PowerPoint Presentation</vt:lpstr>
      <vt:lpstr>CatML Assistant: UX/UI</vt:lpstr>
      <vt:lpstr>Flow</vt:lpstr>
      <vt:lpstr>Flow</vt:lpstr>
      <vt:lpstr>Flow</vt:lpstr>
      <vt:lpstr>Flow</vt:lpstr>
      <vt:lpstr>Flow</vt:lpstr>
      <vt:lpstr>Flow</vt:lpstr>
      <vt:lpstr>Flow</vt:lpstr>
      <vt:lpstr>Wiring Diagram to Function Graph</vt:lpstr>
      <vt:lpstr>Monoid</vt:lpstr>
      <vt:lpstr>Functor  T: A → Set</vt:lpstr>
      <vt:lpstr>∀a∈ A, T(a):T(•) → T(•)</vt:lpstr>
      <vt:lpstr>∀a∈ A, T(a):T(•) → T(•)</vt:lpstr>
      <vt:lpstr>This functor is like choice</vt:lpstr>
      <vt:lpstr>This functor is like pair</vt:lpstr>
      <vt:lpstr>Sameness is isomorphism</vt:lpstr>
      <vt:lpstr>Match the pattern</vt:lpstr>
      <vt:lpstr>Match the pattern</vt:lpstr>
      <vt:lpstr>Match the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Donald Thompson</dc:creator>
  <cp:lastModifiedBy>Donald Thompson</cp:lastModifiedBy>
  <cp:revision>6</cp:revision>
  <dcterms:created xsi:type="dcterms:W3CDTF">2020-10-22T11:04:50Z</dcterms:created>
  <dcterms:modified xsi:type="dcterms:W3CDTF">2020-10-22T22:01:16Z</dcterms:modified>
</cp:coreProperties>
</file>