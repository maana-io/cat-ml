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E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00"/>
    <p:restoredTop sz="94694"/>
  </p:normalViewPr>
  <p:slideViewPr>
    <p:cSldViewPr snapToGrid="0" snapToObjects="1">
      <p:cViewPr varScale="1">
        <p:scale>
          <a:sx n="105" d="100"/>
          <a:sy n="105" d="100"/>
        </p:scale>
        <p:origin x="22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DFF5D0-15A4-A947-9FB8-A657CAF7B5A9}" type="doc">
      <dgm:prSet loTypeId="urn:microsoft.com/office/officeart/2005/8/layout/cycle7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88C5374-FDEA-D545-9C52-3F987E896218}">
      <dgm:prSet phldrT="[Text]"/>
      <dgm:spPr/>
      <dgm:t>
        <a:bodyPr/>
        <a:lstStyle/>
        <a:p>
          <a:r>
            <a:rPr lang="en-US" dirty="0"/>
            <a:t>Diagram</a:t>
          </a:r>
        </a:p>
      </dgm:t>
    </dgm:pt>
    <dgm:pt modelId="{208B32BE-EFF7-9F40-8173-A23F7758B1C3}" type="parTrans" cxnId="{84B64C64-4C3A-7B47-8FCE-BFF59B2F6317}">
      <dgm:prSet/>
      <dgm:spPr/>
      <dgm:t>
        <a:bodyPr/>
        <a:lstStyle/>
        <a:p>
          <a:endParaRPr lang="en-US"/>
        </a:p>
      </dgm:t>
    </dgm:pt>
    <dgm:pt modelId="{EB2ED0AC-DF87-2949-8FB4-406D82BFEFDA}" type="sibTrans" cxnId="{84B64C64-4C3A-7B47-8FCE-BFF59B2F6317}">
      <dgm:prSet/>
      <dgm:spPr/>
      <dgm:t>
        <a:bodyPr/>
        <a:lstStyle/>
        <a:p>
          <a:endParaRPr lang="en-US"/>
        </a:p>
      </dgm:t>
    </dgm:pt>
    <dgm:pt modelId="{7922F62A-7B98-2844-B051-DF7203B1B26F}">
      <dgm:prSet phldrT="[Text]"/>
      <dgm:spPr/>
      <dgm:t>
        <a:bodyPr/>
        <a:lstStyle/>
        <a:p>
          <a:r>
            <a:rPr lang="en-US" dirty="0"/>
            <a:t>Symbolic Expression</a:t>
          </a:r>
        </a:p>
      </dgm:t>
    </dgm:pt>
    <dgm:pt modelId="{5A200C96-A4B6-2246-9CF0-ACF0446C40B2}" type="parTrans" cxnId="{D6389469-745B-9440-A340-9D4B634D5034}">
      <dgm:prSet/>
      <dgm:spPr/>
      <dgm:t>
        <a:bodyPr/>
        <a:lstStyle/>
        <a:p>
          <a:endParaRPr lang="en-US"/>
        </a:p>
      </dgm:t>
    </dgm:pt>
    <dgm:pt modelId="{9A024444-77D9-AD4C-802E-827091307D4D}" type="sibTrans" cxnId="{D6389469-745B-9440-A340-9D4B634D5034}">
      <dgm:prSet/>
      <dgm:spPr/>
      <dgm:t>
        <a:bodyPr/>
        <a:lstStyle/>
        <a:p>
          <a:endParaRPr lang="en-US"/>
        </a:p>
      </dgm:t>
    </dgm:pt>
    <dgm:pt modelId="{EBCDF458-3037-F045-8FF6-E4F585E85458}">
      <dgm:prSet phldrT="[Text]"/>
      <dgm:spPr/>
      <dgm:t>
        <a:bodyPr/>
        <a:lstStyle/>
        <a:p>
          <a:r>
            <a:rPr lang="en-US" dirty="0"/>
            <a:t>Simulation</a:t>
          </a:r>
        </a:p>
      </dgm:t>
    </dgm:pt>
    <dgm:pt modelId="{7FA06524-33D3-E048-908C-B8E9B6719749}" type="parTrans" cxnId="{DF9B7282-0FF1-794F-A40A-D9830EA26284}">
      <dgm:prSet/>
      <dgm:spPr/>
      <dgm:t>
        <a:bodyPr/>
        <a:lstStyle/>
        <a:p>
          <a:endParaRPr lang="en-US"/>
        </a:p>
      </dgm:t>
    </dgm:pt>
    <dgm:pt modelId="{B65AD985-6561-0843-928C-4DD85FFD7D0F}" type="sibTrans" cxnId="{DF9B7282-0FF1-794F-A40A-D9830EA26284}">
      <dgm:prSet/>
      <dgm:spPr/>
      <dgm:t>
        <a:bodyPr/>
        <a:lstStyle/>
        <a:p>
          <a:endParaRPr lang="en-US"/>
        </a:p>
      </dgm:t>
    </dgm:pt>
    <dgm:pt modelId="{49C24450-ACEA-704A-9B7C-21F0EA36E3BB}" type="pres">
      <dgm:prSet presAssocID="{71DFF5D0-15A4-A947-9FB8-A657CAF7B5A9}" presName="Name0" presStyleCnt="0">
        <dgm:presLayoutVars>
          <dgm:dir/>
          <dgm:resizeHandles val="exact"/>
        </dgm:presLayoutVars>
      </dgm:prSet>
      <dgm:spPr/>
    </dgm:pt>
    <dgm:pt modelId="{06C08BB5-CAF6-F14B-B5E0-520705ADA0CA}" type="pres">
      <dgm:prSet presAssocID="{E88C5374-FDEA-D545-9C52-3F987E896218}" presName="node" presStyleLbl="node1" presStyleIdx="0" presStyleCnt="3">
        <dgm:presLayoutVars>
          <dgm:bulletEnabled val="1"/>
        </dgm:presLayoutVars>
      </dgm:prSet>
      <dgm:spPr/>
    </dgm:pt>
    <dgm:pt modelId="{8187662D-9D68-8940-943E-6C281B62C988}" type="pres">
      <dgm:prSet presAssocID="{EB2ED0AC-DF87-2949-8FB4-406D82BFEFDA}" presName="sibTrans" presStyleLbl="sibTrans2D1" presStyleIdx="0" presStyleCnt="3"/>
      <dgm:spPr/>
    </dgm:pt>
    <dgm:pt modelId="{A6BE9B33-DCC4-3044-B1BB-0046C3C98588}" type="pres">
      <dgm:prSet presAssocID="{EB2ED0AC-DF87-2949-8FB4-406D82BFEFDA}" presName="connectorText" presStyleLbl="sibTrans2D1" presStyleIdx="0" presStyleCnt="3"/>
      <dgm:spPr/>
    </dgm:pt>
    <dgm:pt modelId="{A67BD570-60D2-314A-9295-177F49285752}" type="pres">
      <dgm:prSet presAssocID="{7922F62A-7B98-2844-B051-DF7203B1B26F}" presName="node" presStyleLbl="node1" presStyleIdx="1" presStyleCnt="3">
        <dgm:presLayoutVars>
          <dgm:bulletEnabled val="1"/>
        </dgm:presLayoutVars>
      </dgm:prSet>
      <dgm:spPr/>
    </dgm:pt>
    <dgm:pt modelId="{5814A48C-C8C0-8240-9FF0-E6CB1B465396}" type="pres">
      <dgm:prSet presAssocID="{9A024444-77D9-AD4C-802E-827091307D4D}" presName="sibTrans" presStyleLbl="sibTrans2D1" presStyleIdx="1" presStyleCnt="3"/>
      <dgm:spPr/>
    </dgm:pt>
    <dgm:pt modelId="{546E7DBC-A6C7-1C4B-8144-DAE3E6136DAA}" type="pres">
      <dgm:prSet presAssocID="{9A024444-77D9-AD4C-802E-827091307D4D}" presName="connectorText" presStyleLbl="sibTrans2D1" presStyleIdx="1" presStyleCnt="3"/>
      <dgm:spPr/>
    </dgm:pt>
    <dgm:pt modelId="{105359AA-C494-FB49-9513-56FBF72EDB9E}" type="pres">
      <dgm:prSet presAssocID="{EBCDF458-3037-F045-8FF6-E4F585E85458}" presName="node" presStyleLbl="node1" presStyleIdx="2" presStyleCnt="3">
        <dgm:presLayoutVars>
          <dgm:bulletEnabled val="1"/>
        </dgm:presLayoutVars>
      </dgm:prSet>
      <dgm:spPr/>
    </dgm:pt>
    <dgm:pt modelId="{EB0E44D1-E9C3-8247-95D9-910C27C93CDF}" type="pres">
      <dgm:prSet presAssocID="{B65AD985-6561-0843-928C-4DD85FFD7D0F}" presName="sibTrans" presStyleLbl="sibTrans2D1" presStyleIdx="2" presStyleCnt="3"/>
      <dgm:spPr/>
    </dgm:pt>
    <dgm:pt modelId="{A5BAF32E-ECA6-0E45-ABD0-811EB9CDD3B8}" type="pres">
      <dgm:prSet presAssocID="{B65AD985-6561-0843-928C-4DD85FFD7D0F}" presName="connectorText" presStyleLbl="sibTrans2D1" presStyleIdx="2" presStyleCnt="3"/>
      <dgm:spPr/>
    </dgm:pt>
  </dgm:ptLst>
  <dgm:cxnLst>
    <dgm:cxn modelId="{9E49F20B-7DEE-A445-92DD-4070E533A2ED}" type="presOf" srcId="{9A024444-77D9-AD4C-802E-827091307D4D}" destId="{5814A48C-C8C0-8240-9FF0-E6CB1B465396}" srcOrd="0" destOrd="0" presId="urn:microsoft.com/office/officeart/2005/8/layout/cycle7"/>
    <dgm:cxn modelId="{1EC81718-1392-D545-8349-2480935134B9}" type="presOf" srcId="{B65AD985-6561-0843-928C-4DD85FFD7D0F}" destId="{EB0E44D1-E9C3-8247-95D9-910C27C93CDF}" srcOrd="0" destOrd="0" presId="urn:microsoft.com/office/officeart/2005/8/layout/cycle7"/>
    <dgm:cxn modelId="{0CB7B01E-D285-C349-8856-1A12B128E81F}" type="presOf" srcId="{EBCDF458-3037-F045-8FF6-E4F585E85458}" destId="{105359AA-C494-FB49-9513-56FBF72EDB9E}" srcOrd="0" destOrd="0" presId="urn:microsoft.com/office/officeart/2005/8/layout/cycle7"/>
    <dgm:cxn modelId="{7EFB3521-A525-B543-B564-9B555B70C20C}" type="presOf" srcId="{71DFF5D0-15A4-A947-9FB8-A657CAF7B5A9}" destId="{49C24450-ACEA-704A-9B7C-21F0EA36E3BB}" srcOrd="0" destOrd="0" presId="urn:microsoft.com/office/officeart/2005/8/layout/cycle7"/>
    <dgm:cxn modelId="{6B49655D-0EC0-F24D-A608-573300AC3EB4}" type="presOf" srcId="{B65AD985-6561-0843-928C-4DD85FFD7D0F}" destId="{A5BAF32E-ECA6-0E45-ABD0-811EB9CDD3B8}" srcOrd="1" destOrd="0" presId="urn:microsoft.com/office/officeart/2005/8/layout/cycle7"/>
    <dgm:cxn modelId="{84B64C64-4C3A-7B47-8FCE-BFF59B2F6317}" srcId="{71DFF5D0-15A4-A947-9FB8-A657CAF7B5A9}" destId="{E88C5374-FDEA-D545-9C52-3F987E896218}" srcOrd="0" destOrd="0" parTransId="{208B32BE-EFF7-9F40-8173-A23F7758B1C3}" sibTransId="{EB2ED0AC-DF87-2949-8FB4-406D82BFEFDA}"/>
    <dgm:cxn modelId="{D6389469-745B-9440-A340-9D4B634D5034}" srcId="{71DFF5D0-15A4-A947-9FB8-A657CAF7B5A9}" destId="{7922F62A-7B98-2844-B051-DF7203B1B26F}" srcOrd="1" destOrd="0" parTransId="{5A200C96-A4B6-2246-9CF0-ACF0446C40B2}" sibTransId="{9A024444-77D9-AD4C-802E-827091307D4D}"/>
    <dgm:cxn modelId="{DF9B7282-0FF1-794F-A40A-D9830EA26284}" srcId="{71DFF5D0-15A4-A947-9FB8-A657CAF7B5A9}" destId="{EBCDF458-3037-F045-8FF6-E4F585E85458}" srcOrd="2" destOrd="0" parTransId="{7FA06524-33D3-E048-908C-B8E9B6719749}" sibTransId="{B65AD985-6561-0843-928C-4DD85FFD7D0F}"/>
    <dgm:cxn modelId="{1BD94B8D-BB0F-B64C-9950-260F14147593}" type="presOf" srcId="{7922F62A-7B98-2844-B051-DF7203B1B26F}" destId="{A67BD570-60D2-314A-9295-177F49285752}" srcOrd="0" destOrd="0" presId="urn:microsoft.com/office/officeart/2005/8/layout/cycle7"/>
    <dgm:cxn modelId="{3E0F59A3-479B-A749-BE68-D28065E6D5D8}" type="presOf" srcId="{E88C5374-FDEA-D545-9C52-3F987E896218}" destId="{06C08BB5-CAF6-F14B-B5E0-520705ADA0CA}" srcOrd="0" destOrd="0" presId="urn:microsoft.com/office/officeart/2005/8/layout/cycle7"/>
    <dgm:cxn modelId="{7DDA56AD-B400-4540-99F1-C5C37D08A5A1}" type="presOf" srcId="{EB2ED0AC-DF87-2949-8FB4-406D82BFEFDA}" destId="{A6BE9B33-DCC4-3044-B1BB-0046C3C98588}" srcOrd="1" destOrd="0" presId="urn:microsoft.com/office/officeart/2005/8/layout/cycle7"/>
    <dgm:cxn modelId="{D0DABFC8-54F4-FC41-8BED-1FD1E8CB68BE}" type="presOf" srcId="{9A024444-77D9-AD4C-802E-827091307D4D}" destId="{546E7DBC-A6C7-1C4B-8144-DAE3E6136DAA}" srcOrd="1" destOrd="0" presId="urn:microsoft.com/office/officeart/2005/8/layout/cycle7"/>
    <dgm:cxn modelId="{1EE095CC-0E4A-4D4E-A11A-FD9C4909CC94}" type="presOf" srcId="{EB2ED0AC-DF87-2949-8FB4-406D82BFEFDA}" destId="{8187662D-9D68-8940-943E-6C281B62C988}" srcOrd="0" destOrd="0" presId="urn:microsoft.com/office/officeart/2005/8/layout/cycle7"/>
    <dgm:cxn modelId="{A5F1FF85-ACF0-EB4F-8AF7-F304F239DD9A}" type="presParOf" srcId="{49C24450-ACEA-704A-9B7C-21F0EA36E3BB}" destId="{06C08BB5-CAF6-F14B-B5E0-520705ADA0CA}" srcOrd="0" destOrd="0" presId="urn:microsoft.com/office/officeart/2005/8/layout/cycle7"/>
    <dgm:cxn modelId="{8E611804-1F9E-C746-A8FD-2F2CD2407FD9}" type="presParOf" srcId="{49C24450-ACEA-704A-9B7C-21F0EA36E3BB}" destId="{8187662D-9D68-8940-943E-6C281B62C988}" srcOrd="1" destOrd="0" presId="urn:microsoft.com/office/officeart/2005/8/layout/cycle7"/>
    <dgm:cxn modelId="{06E4DDD3-0318-6049-98E2-3672D0A22FF8}" type="presParOf" srcId="{8187662D-9D68-8940-943E-6C281B62C988}" destId="{A6BE9B33-DCC4-3044-B1BB-0046C3C98588}" srcOrd="0" destOrd="0" presId="urn:microsoft.com/office/officeart/2005/8/layout/cycle7"/>
    <dgm:cxn modelId="{FB2CB7CD-0BE3-FD41-A50A-15191804056C}" type="presParOf" srcId="{49C24450-ACEA-704A-9B7C-21F0EA36E3BB}" destId="{A67BD570-60D2-314A-9295-177F49285752}" srcOrd="2" destOrd="0" presId="urn:microsoft.com/office/officeart/2005/8/layout/cycle7"/>
    <dgm:cxn modelId="{FF752FAD-3725-4745-9968-0269AE294691}" type="presParOf" srcId="{49C24450-ACEA-704A-9B7C-21F0EA36E3BB}" destId="{5814A48C-C8C0-8240-9FF0-E6CB1B465396}" srcOrd="3" destOrd="0" presId="urn:microsoft.com/office/officeart/2005/8/layout/cycle7"/>
    <dgm:cxn modelId="{607797E5-983F-D44E-B55F-074B322C2B45}" type="presParOf" srcId="{5814A48C-C8C0-8240-9FF0-E6CB1B465396}" destId="{546E7DBC-A6C7-1C4B-8144-DAE3E6136DAA}" srcOrd="0" destOrd="0" presId="urn:microsoft.com/office/officeart/2005/8/layout/cycle7"/>
    <dgm:cxn modelId="{5D1BD422-CA42-2840-87CE-7536CAE499F4}" type="presParOf" srcId="{49C24450-ACEA-704A-9B7C-21F0EA36E3BB}" destId="{105359AA-C494-FB49-9513-56FBF72EDB9E}" srcOrd="4" destOrd="0" presId="urn:microsoft.com/office/officeart/2005/8/layout/cycle7"/>
    <dgm:cxn modelId="{753E6CE5-7CC9-DC48-9AD4-4B734158960E}" type="presParOf" srcId="{49C24450-ACEA-704A-9B7C-21F0EA36E3BB}" destId="{EB0E44D1-E9C3-8247-95D9-910C27C93CDF}" srcOrd="5" destOrd="0" presId="urn:microsoft.com/office/officeart/2005/8/layout/cycle7"/>
    <dgm:cxn modelId="{BE68D9C6-AF2D-C843-86FF-97365D2BE5A8}" type="presParOf" srcId="{EB0E44D1-E9C3-8247-95D9-910C27C93CDF}" destId="{A5BAF32E-ECA6-0E45-ABD0-811EB9CDD3B8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2415DF-E577-0842-8BEA-03A99B32FE85}" type="doc">
      <dgm:prSet loTypeId="urn:microsoft.com/office/officeart/2005/8/layout/orgChart1" loCatId="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D53AE3C-4868-5341-A393-1F585F021EB8}">
      <dgm:prSet phldrT="[Text]"/>
      <dgm:spPr/>
      <dgm:t>
        <a:bodyPr/>
        <a:lstStyle/>
        <a:p>
          <a:r>
            <a:rPr lang="en-US" dirty="0"/>
            <a:t>Theory</a:t>
          </a:r>
        </a:p>
      </dgm:t>
    </dgm:pt>
    <dgm:pt modelId="{B8E4D81A-0064-F143-92A0-E5A64929B6B9}" type="parTrans" cxnId="{CB745C67-B737-2649-A4D7-B8EA5CE7D13A}">
      <dgm:prSet/>
      <dgm:spPr/>
      <dgm:t>
        <a:bodyPr/>
        <a:lstStyle/>
        <a:p>
          <a:endParaRPr lang="en-US"/>
        </a:p>
      </dgm:t>
    </dgm:pt>
    <dgm:pt modelId="{365B04A1-6107-CA45-97A5-998B335F1067}" type="sibTrans" cxnId="{CB745C67-B737-2649-A4D7-B8EA5CE7D13A}">
      <dgm:prSet/>
      <dgm:spPr/>
      <dgm:t>
        <a:bodyPr/>
        <a:lstStyle/>
        <a:p>
          <a:endParaRPr lang="en-US"/>
        </a:p>
      </dgm:t>
    </dgm:pt>
    <dgm:pt modelId="{235CBA14-5A27-2047-BFED-CBA59B1FB07B}">
      <dgm:prSet phldrT="[Text]"/>
      <dgm:spPr/>
      <dgm:t>
        <a:bodyPr/>
        <a:lstStyle/>
        <a:p>
          <a:r>
            <a:rPr lang="en-US" dirty="0"/>
            <a:t>Instance</a:t>
          </a:r>
        </a:p>
      </dgm:t>
    </dgm:pt>
    <dgm:pt modelId="{C5AA1FA8-128B-6C48-96A1-AAEBCBBE9579}" type="parTrans" cxnId="{C3CBB5AD-3B8C-CF48-803B-0B73355CFBBF}">
      <dgm:prSet/>
      <dgm:spPr/>
      <dgm:t>
        <a:bodyPr/>
        <a:lstStyle/>
        <a:p>
          <a:endParaRPr lang="en-US"/>
        </a:p>
      </dgm:t>
    </dgm:pt>
    <dgm:pt modelId="{89710E23-A7B1-4C44-B290-3A21EAFFE813}" type="sibTrans" cxnId="{C3CBB5AD-3B8C-CF48-803B-0B73355CFBBF}">
      <dgm:prSet/>
      <dgm:spPr/>
      <dgm:t>
        <a:bodyPr/>
        <a:lstStyle/>
        <a:p>
          <a:endParaRPr lang="en-US"/>
        </a:p>
      </dgm:t>
    </dgm:pt>
    <dgm:pt modelId="{BF24EE0F-3252-B74C-9FDD-2734FE65EF1D}">
      <dgm:prSet phldrT="[Text]"/>
      <dgm:spPr/>
      <dgm:t>
        <a:bodyPr/>
        <a:lstStyle/>
        <a:p>
          <a:r>
            <a:rPr lang="en-US" dirty="0"/>
            <a:t>Presentation</a:t>
          </a:r>
        </a:p>
      </dgm:t>
    </dgm:pt>
    <dgm:pt modelId="{47746DB0-CF75-1747-9E07-49A5C5510C2D}" type="parTrans" cxnId="{EF0FA408-FAE9-144C-AA14-88EC0034A219}">
      <dgm:prSet/>
      <dgm:spPr/>
      <dgm:t>
        <a:bodyPr/>
        <a:lstStyle/>
        <a:p>
          <a:endParaRPr lang="en-US"/>
        </a:p>
      </dgm:t>
    </dgm:pt>
    <dgm:pt modelId="{DE771C36-0BAD-F94E-9F10-1466E081E643}" type="sibTrans" cxnId="{EF0FA408-FAE9-144C-AA14-88EC0034A219}">
      <dgm:prSet/>
      <dgm:spPr/>
      <dgm:t>
        <a:bodyPr/>
        <a:lstStyle/>
        <a:p>
          <a:endParaRPr lang="en-US"/>
        </a:p>
      </dgm:t>
    </dgm:pt>
    <dgm:pt modelId="{81CDD790-7CF3-CB4B-BF05-7BEFBB419B4A}">
      <dgm:prSet phldrT="[Text]"/>
      <dgm:spPr/>
      <dgm:t>
        <a:bodyPr/>
        <a:lstStyle/>
        <a:p>
          <a:r>
            <a:rPr lang="en-US" dirty="0"/>
            <a:t>Implementation</a:t>
          </a:r>
        </a:p>
      </dgm:t>
    </dgm:pt>
    <dgm:pt modelId="{815AF37E-A258-434C-B893-DE7B966F35EA}" type="parTrans" cxnId="{599B7706-9DB6-4F4D-AACA-4E2D1569D338}">
      <dgm:prSet/>
      <dgm:spPr/>
      <dgm:t>
        <a:bodyPr/>
        <a:lstStyle/>
        <a:p>
          <a:endParaRPr lang="en-US"/>
        </a:p>
      </dgm:t>
    </dgm:pt>
    <dgm:pt modelId="{BD122C66-CAAE-1948-ACEF-57B6DAB79DF0}" type="sibTrans" cxnId="{599B7706-9DB6-4F4D-AACA-4E2D1569D338}">
      <dgm:prSet/>
      <dgm:spPr/>
      <dgm:t>
        <a:bodyPr/>
        <a:lstStyle/>
        <a:p>
          <a:endParaRPr lang="en-US"/>
        </a:p>
      </dgm:t>
    </dgm:pt>
    <dgm:pt modelId="{1262EEC4-454D-8E40-B5F4-FA0EBA5683F9}">
      <dgm:prSet phldrT="[Text]"/>
      <dgm:spPr/>
      <dgm:t>
        <a:bodyPr/>
        <a:lstStyle/>
        <a:p>
          <a:r>
            <a:rPr lang="en-US" dirty="0"/>
            <a:t>Syntax</a:t>
          </a:r>
        </a:p>
      </dgm:t>
    </dgm:pt>
    <dgm:pt modelId="{F352F1F2-2E20-8E48-800D-DD3B512726A0}" type="parTrans" cxnId="{139AFA47-ECD7-B443-8C99-194EEAB51691}">
      <dgm:prSet/>
      <dgm:spPr/>
      <dgm:t>
        <a:bodyPr/>
        <a:lstStyle/>
        <a:p>
          <a:endParaRPr lang="en-US"/>
        </a:p>
      </dgm:t>
    </dgm:pt>
    <dgm:pt modelId="{F782A199-2675-A244-B22E-CFB6B072F1E8}" type="sibTrans" cxnId="{139AFA47-ECD7-B443-8C99-194EEAB51691}">
      <dgm:prSet/>
      <dgm:spPr/>
      <dgm:t>
        <a:bodyPr/>
        <a:lstStyle/>
        <a:p>
          <a:endParaRPr lang="en-US"/>
        </a:p>
      </dgm:t>
    </dgm:pt>
    <dgm:pt modelId="{5945CA14-F2D4-4949-A5BF-05E65CDFF6EE}">
      <dgm:prSet phldrT="[Text]"/>
      <dgm:spPr/>
      <dgm:t>
        <a:bodyPr/>
        <a:lstStyle/>
        <a:p>
          <a:r>
            <a:rPr lang="en-US" dirty="0"/>
            <a:t>Diagram</a:t>
          </a:r>
        </a:p>
      </dgm:t>
    </dgm:pt>
    <dgm:pt modelId="{AEB82B16-F004-0845-BBDE-E777842B436F}" type="parTrans" cxnId="{199B5BFA-6FFE-8446-8487-EAB0CDC3261F}">
      <dgm:prSet/>
      <dgm:spPr/>
      <dgm:t>
        <a:bodyPr/>
        <a:lstStyle/>
        <a:p>
          <a:endParaRPr lang="en-US"/>
        </a:p>
      </dgm:t>
    </dgm:pt>
    <dgm:pt modelId="{DA865A49-5E84-1243-8B70-3C8C8951FC5A}" type="sibTrans" cxnId="{199B5BFA-6FFE-8446-8487-EAB0CDC3261F}">
      <dgm:prSet/>
      <dgm:spPr/>
      <dgm:t>
        <a:bodyPr/>
        <a:lstStyle/>
        <a:p>
          <a:endParaRPr lang="en-US"/>
        </a:p>
      </dgm:t>
    </dgm:pt>
    <dgm:pt modelId="{60204AC0-EBD9-E84E-A71B-1C293FF4BF3A}">
      <dgm:prSet phldrT="[Text]"/>
      <dgm:spPr/>
      <dgm:t>
        <a:bodyPr/>
        <a:lstStyle/>
        <a:p>
          <a:r>
            <a:rPr lang="en-US" dirty="0" err="1"/>
            <a:t>Subtheory</a:t>
          </a:r>
          <a:endParaRPr lang="en-US" dirty="0"/>
        </a:p>
      </dgm:t>
    </dgm:pt>
    <dgm:pt modelId="{70E130CE-8845-0A43-9E01-8F940ECCBE65}" type="parTrans" cxnId="{1B38C786-FEC7-C948-87E9-CD8D7352B4F2}">
      <dgm:prSet/>
      <dgm:spPr/>
      <dgm:t>
        <a:bodyPr/>
        <a:lstStyle/>
        <a:p>
          <a:endParaRPr lang="en-US"/>
        </a:p>
      </dgm:t>
    </dgm:pt>
    <dgm:pt modelId="{A8D793A2-5E85-D941-9EEA-24AC4F9D0A8E}" type="sibTrans" cxnId="{1B38C786-FEC7-C948-87E9-CD8D7352B4F2}">
      <dgm:prSet/>
      <dgm:spPr/>
      <dgm:t>
        <a:bodyPr/>
        <a:lstStyle/>
        <a:p>
          <a:endParaRPr lang="en-US"/>
        </a:p>
      </dgm:t>
    </dgm:pt>
    <dgm:pt modelId="{FACE44BE-437C-1640-880F-0589B323CD79}" type="pres">
      <dgm:prSet presAssocID="{232415DF-E577-0842-8BEA-03A99B32FE8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782FDC1-FC29-B44F-8900-B6F5D48F31C3}" type="pres">
      <dgm:prSet presAssocID="{5D53AE3C-4868-5341-A393-1F585F021EB8}" presName="hierRoot1" presStyleCnt="0">
        <dgm:presLayoutVars>
          <dgm:hierBranch val="init"/>
        </dgm:presLayoutVars>
      </dgm:prSet>
      <dgm:spPr/>
    </dgm:pt>
    <dgm:pt modelId="{B7A29929-43FA-7B4F-B2CB-E4A95A4F0E99}" type="pres">
      <dgm:prSet presAssocID="{5D53AE3C-4868-5341-A393-1F585F021EB8}" presName="rootComposite1" presStyleCnt="0"/>
      <dgm:spPr/>
    </dgm:pt>
    <dgm:pt modelId="{610C32D4-2DAE-2443-9E44-057B412DB49B}" type="pres">
      <dgm:prSet presAssocID="{5D53AE3C-4868-5341-A393-1F585F021EB8}" presName="rootText1" presStyleLbl="node0" presStyleIdx="0" presStyleCnt="1">
        <dgm:presLayoutVars>
          <dgm:chPref val="3"/>
        </dgm:presLayoutVars>
      </dgm:prSet>
      <dgm:spPr/>
    </dgm:pt>
    <dgm:pt modelId="{605FF2CC-1DF5-4E42-BBD7-E969A32F4FC6}" type="pres">
      <dgm:prSet presAssocID="{5D53AE3C-4868-5341-A393-1F585F021EB8}" presName="rootConnector1" presStyleLbl="node1" presStyleIdx="0" presStyleCnt="0"/>
      <dgm:spPr/>
    </dgm:pt>
    <dgm:pt modelId="{6B8C5F80-4C34-8A43-BD03-D8B608CA5986}" type="pres">
      <dgm:prSet presAssocID="{5D53AE3C-4868-5341-A393-1F585F021EB8}" presName="hierChild2" presStyleCnt="0"/>
      <dgm:spPr/>
    </dgm:pt>
    <dgm:pt modelId="{A919899B-D8B9-4B46-91A3-2C3C576204B1}" type="pres">
      <dgm:prSet presAssocID="{C5AA1FA8-128B-6C48-96A1-AAEBCBBE9579}" presName="Name37" presStyleLbl="parChTrans1D2" presStyleIdx="0" presStyleCnt="4"/>
      <dgm:spPr/>
    </dgm:pt>
    <dgm:pt modelId="{EB0D8FB3-824D-0648-B167-5A6CEB428B2E}" type="pres">
      <dgm:prSet presAssocID="{235CBA14-5A27-2047-BFED-CBA59B1FB07B}" presName="hierRoot2" presStyleCnt="0">
        <dgm:presLayoutVars>
          <dgm:hierBranch val="init"/>
        </dgm:presLayoutVars>
      </dgm:prSet>
      <dgm:spPr/>
    </dgm:pt>
    <dgm:pt modelId="{BACDC828-9185-7642-8B48-1B5D0C3E96AE}" type="pres">
      <dgm:prSet presAssocID="{235CBA14-5A27-2047-BFED-CBA59B1FB07B}" presName="rootComposite" presStyleCnt="0"/>
      <dgm:spPr/>
    </dgm:pt>
    <dgm:pt modelId="{C84C6551-46D4-444C-B016-9E61593FA704}" type="pres">
      <dgm:prSet presAssocID="{235CBA14-5A27-2047-BFED-CBA59B1FB07B}" presName="rootText" presStyleLbl="node2" presStyleIdx="0" presStyleCnt="4">
        <dgm:presLayoutVars>
          <dgm:chPref val="3"/>
        </dgm:presLayoutVars>
      </dgm:prSet>
      <dgm:spPr/>
    </dgm:pt>
    <dgm:pt modelId="{41A56823-04BA-C44F-A6AD-C36ACF97DF7F}" type="pres">
      <dgm:prSet presAssocID="{235CBA14-5A27-2047-BFED-CBA59B1FB07B}" presName="rootConnector" presStyleLbl="node2" presStyleIdx="0" presStyleCnt="4"/>
      <dgm:spPr/>
    </dgm:pt>
    <dgm:pt modelId="{E83DC0E7-18E5-D94E-97F1-5EC143997889}" type="pres">
      <dgm:prSet presAssocID="{235CBA14-5A27-2047-BFED-CBA59B1FB07B}" presName="hierChild4" presStyleCnt="0"/>
      <dgm:spPr/>
    </dgm:pt>
    <dgm:pt modelId="{0A8EBE7B-3E7A-0A48-A3D3-6A7A3DBC51A0}" type="pres">
      <dgm:prSet presAssocID="{47746DB0-CF75-1747-9E07-49A5C5510C2D}" presName="Name37" presStyleLbl="parChTrans1D3" presStyleIdx="0" presStyleCnt="2"/>
      <dgm:spPr/>
    </dgm:pt>
    <dgm:pt modelId="{8E1AD16D-1F09-7B41-BACE-12F32B942320}" type="pres">
      <dgm:prSet presAssocID="{BF24EE0F-3252-B74C-9FDD-2734FE65EF1D}" presName="hierRoot2" presStyleCnt="0">
        <dgm:presLayoutVars>
          <dgm:hierBranch val="init"/>
        </dgm:presLayoutVars>
      </dgm:prSet>
      <dgm:spPr/>
    </dgm:pt>
    <dgm:pt modelId="{F0D9FE6F-8B0E-3745-807D-581CD4B19ED8}" type="pres">
      <dgm:prSet presAssocID="{BF24EE0F-3252-B74C-9FDD-2734FE65EF1D}" presName="rootComposite" presStyleCnt="0"/>
      <dgm:spPr/>
    </dgm:pt>
    <dgm:pt modelId="{FA2B4741-1DF4-4E43-9ADA-848AC5386346}" type="pres">
      <dgm:prSet presAssocID="{BF24EE0F-3252-B74C-9FDD-2734FE65EF1D}" presName="rootText" presStyleLbl="node3" presStyleIdx="0" presStyleCnt="2">
        <dgm:presLayoutVars>
          <dgm:chPref val="3"/>
        </dgm:presLayoutVars>
      </dgm:prSet>
      <dgm:spPr/>
    </dgm:pt>
    <dgm:pt modelId="{0380B9E1-DDAD-3646-B1B4-7DBB50FD4202}" type="pres">
      <dgm:prSet presAssocID="{BF24EE0F-3252-B74C-9FDD-2734FE65EF1D}" presName="rootConnector" presStyleLbl="node3" presStyleIdx="0" presStyleCnt="2"/>
      <dgm:spPr/>
    </dgm:pt>
    <dgm:pt modelId="{A97770B1-789F-EC4B-BA20-EED2A2DF3593}" type="pres">
      <dgm:prSet presAssocID="{BF24EE0F-3252-B74C-9FDD-2734FE65EF1D}" presName="hierChild4" presStyleCnt="0"/>
      <dgm:spPr/>
    </dgm:pt>
    <dgm:pt modelId="{A1692751-A6F4-E549-BE5F-EE5A3E35A818}" type="pres">
      <dgm:prSet presAssocID="{BF24EE0F-3252-B74C-9FDD-2734FE65EF1D}" presName="hierChild5" presStyleCnt="0"/>
      <dgm:spPr/>
    </dgm:pt>
    <dgm:pt modelId="{6E5F84D3-94C0-DF49-8ECB-908CC99516A7}" type="pres">
      <dgm:prSet presAssocID="{815AF37E-A258-434C-B893-DE7B966F35EA}" presName="Name37" presStyleLbl="parChTrans1D3" presStyleIdx="1" presStyleCnt="2"/>
      <dgm:spPr/>
    </dgm:pt>
    <dgm:pt modelId="{B330A4A8-94A6-5D43-87F6-3EE20253CEE7}" type="pres">
      <dgm:prSet presAssocID="{81CDD790-7CF3-CB4B-BF05-7BEFBB419B4A}" presName="hierRoot2" presStyleCnt="0">
        <dgm:presLayoutVars>
          <dgm:hierBranch val="init"/>
        </dgm:presLayoutVars>
      </dgm:prSet>
      <dgm:spPr/>
    </dgm:pt>
    <dgm:pt modelId="{D5581281-2125-554C-9859-48B81F8DBAFA}" type="pres">
      <dgm:prSet presAssocID="{81CDD790-7CF3-CB4B-BF05-7BEFBB419B4A}" presName="rootComposite" presStyleCnt="0"/>
      <dgm:spPr/>
    </dgm:pt>
    <dgm:pt modelId="{98060E02-4E9C-D543-9329-16DC5A04016E}" type="pres">
      <dgm:prSet presAssocID="{81CDD790-7CF3-CB4B-BF05-7BEFBB419B4A}" presName="rootText" presStyleLbl="node3" presStyleIdx="1" presStyleCnt="2">
        <dgm:presLayoutVars>
          <dgm:chPref val="3"/>
        </dgm:presLayoutVars>
      </dgm:prSet>
      <dgm:spPr/>
    </dgm:pt>
    <dgm:pt modelId="{A8021ACA-1D1E-CE44-AE3C-7187CAD39A3C}" type="pres">
      <dgm:prSet presAssocID="{81CDD790-7CF3-CB4B-BF05-7BEFBB419B4A}" presName="rootConnector" presStyleLbl="node3" presStyleIdx="1" presStyleCnt="2"/>
      <dgm:spPr/>
    </dgm:pt>
    <dgm:pt modelId="{3AE05CBA-310D-2041-993D-EE08DA5B1E87}" type="pres">
      <dgm:prSet presAssocID="{81CDD790-7CF3-CB4B-BF05-7BEFBB419B4A}" presName="hierChild4" presStyleCnt="0"/>
      <dgm:spPr/>
    </dgm:pt>
    <dgm:pt modelId="{B0E91F88-A64B-874B-9B0A-EE18B5735C89}" type="pres">
      <dgm:prSet presAssocID="{81CDD790-7CF3-CB4B-BF05-7BEFBB419B4A}" presName="hierChild5" presStyleCnt="0"/>
      <dgm:spPr/>
    </dgm:pt>
    <dgm:pt modelId="{7E7B8A17-AFFD-AD4D-AA73-86B22956A04E}" type="pres">
      <dgm:prSet presAssocID="{235CBA14-5A27-2047-BFED-CBA59B1FB07B}" presName="hierChild5" presStyleCnt="0"/>
      <dgm:spPr/>
    </dgm:pt>
    <dgm:pt modelId="{43C64C42-7C43-B644-9854-6C4B4EC3970F}" type="pres">
      <dgm:prSet presAssocID="{F352F1F2-2E20-8E48-800D-DD3B512726A0}" presName="Name37" presStyleLbl="parChTrans1D2" presStyleIdx="1" presStyleCnt="4"/>
      <dgm:spPr/>
    </dgm:pt>
    <dgm:pt modelId="{A73666ED-1E78-6149-A1CD-26005DBBAA06}" type="pres">
      <dgm:prSet presAssocID="{1262EEC4-454D-8E40-B5F4-FA0EBA5683F9}" presName="hierRoot2" presStyleCnt="0">
        <dgm:presLayoutVars>
          <dgm:hierBranch val="init"/>
        </dgm:presLayoutVars>
      </dgm:prSet>
      <dgm:spPr/>
    </dgm:pt>
    <dgm:pt modelId="{A5E29858-856D-3D4D-B4F9-A1D9AF21DC28}" type="pres">
      <dgm:prSet presAssocID="{1262EEC4-454D-8E40-B5F4-FA0EBA5683F9}" presName="rootComposite" presStyleCnt="0"/>
      <dgm:spPr/>
    </dgm:pt>
    <dgm:pt modelId="{3F9DCC81-EFA8-1042-9FA5-B5FC54081667}" type="pres">
      <dgm:prSet presAssocID="{1262EEC4-454D-8E40-B5F4-FA0EBA5683F9}" presName="rootText" presStyleLbl="node2" presStyleIdx="1" presStyleCnt="4">
        <dgm:presLayoutVars>
          <dgm:chPref val="3"/>
        </dgm:presLayoutVars>
      </dgm:prSet>
      <dgm:spPr/>
    </dgm:pt>
    <dgm:pt modelId="{D4529C8C-DBB6-E748-8175-9BB341C71870}" type="pres">
      <dgm:prSet presAssocID="{1262EEC4-454D-8E40-B5F4-FA0EBA5683F9}" presName="rootConnector" presStyleLbl="node2" presStyleIdx="1" presStyleCnt="4"/>
      <dgm:spPr/>
    </dgm:pt>
    <dgm:pt modelId="{8FA033EB-39ED-D346-BD04-ED249622B082}" type="pres">
      <dgm:prSet presAssocID="{1262EEC4-454D-8E40-B5F4-FA0EBA5683F9}" presName="hierChild4" presStyleCnt="0"/>
      <dgm:spPr/>
    </dgm:pt>
    <dgm:pt modelId="{899F3A7E-DBC2-7F44-80CA-300175153845}" type="pres">
      <dgm:prSet presAssocID="{1262EEC4-454D-8E40-B5F4-FA0EBA5683F9}" presName="hierChild5" presStyleCnt="0"/>
      <dgm:spPr/>
    </dgm:pt>
    <dgm:pt modelId="{C90BAC98-4CCD-464E-924D-C1DD7ED1C339}" type="pres">
      <dgm:prSet presAssocID="{AEB82B16-F004-0845-BBDE-E777842B436F}" presName="Name37" presStyleLbl="parChTrans1D2" presStyleIdx="2" presStyleCnt="4"/>
      <dgm:spPr/>
    </dgm:pt>
    <dgm:pt modelId="{1AE5FABD-4DA3-B343-8854-16670C62F59B}" type="pres">
      <dgm:prSet presAssocID="{5945CA14-F2D4-4949-A5BF-05E65CDFF6EE}" presName="hierRoot2" presStyleCnt="0">
        <dgm:presLayoutVars>
          <dgm:hierBranch val="init"/>
        </dgm:presLayoutVars>
      </dgm:prSet>
      <dgm:spPr/>
    </dgm:pt>
    <dgm:pt modelId="{43B5E068-D0B2-244F-8427-3E2DA50EF859}" type="pres">
      <dgm:prSet presAssocID="{5945CA14-F2D4-4949-A5BF-05E65CDFF6EE}" presName="rootComposite" presStyleCnt="0"/>
      <dgm:spPr/>
    </dgm:pt>
    <dgm:pt modelId="{F3A8DF77-9125-F14A-8AAD-B6BEEBFFB656}" type="pres">
      <dgm:prSet presAssocID="{5945CA14-F2D4-4949-A5BF-05E65CDFF6EE}" presName="rootText" presStyleLbl="node2" presStyleIdx="2" presStyleCnt="4">
        <dgm:presLayoutVars>
          <dgm:chPref val="3"/>
        </dgm:presLayoutVars>
      </dgm:prSet>
      <dgm:spPr/>
    </dgm:pt>
    <dgm:pt modelId="{057AD43F-363A-A84A-8601-95AC18B188C6}" type="pres">
      <dgm:prSet presAssocID="{5945CA14-F2D4-4949-A5BF-05E65CDFF6EE}" presName="rootConnector" presStyleLbl="node2" presStyleIdx="2" presStyleCnt="4"/>
      <dgm:spPr/>
    </dgm:pt>
    <dgm:pt modelId="{2B295454-7F58-CB4C-9D62-8181415306C7}" type="pres">
      <dgm:prSet presAssocID="{5945CA14-F2D4-4949-A5BF-05E65CDFF6EE}" presName="hierChild4" presStyleCnt="0"/>
      <dgm:spPr/>
    </dgm:pt>
    <dgm:pt modelId="{DC79756D-3CE2-224A-BB9E-1E02FA0A2E26}" type="pres">
      <dgm:prSet presAssocID="{5945CA14-F2D4-4949-A5BF-05E65CDFF6EE}" presName="hierChild5" presStyleCnt="0"/>
      <dgm:spPr/>
    </dgm:pt>
    <dgm:pt modelId="{3CF2CE3D-8BC0-0141-87F9-567D7EEF5425}" type="pres">
      <dgm:prSet presAssocID="{70E130CE-8845-0A43-9E01-8F940ECCBE65}" presName="Name37" presStyleLbl="parChTrans1D2" presStyleIdx="3" presStyleCnt="4"/>
      <dgm:spPr/>
    </dgm:pt>
    <dgm:pt modelId="{984E7B26-581E-1E4E-83F8-059AFB5413F5}" type="pres">
      <dgm:prSet presAssocID="{60204AC0-EBD9-E84E-A71B-1C293FF4BF3A}" presName="hierRoot2" presStyleCnt="0">
        <dgm:presLayoutVars>
          <dgm:hierBranch val="init"/>
        </dgm:presLayoutVars>
      </dgm:prSet>
      <dgm:spPr/>
    </dgm:pt>
    <dgm:pt modelId="{B70A6B7B-608C-6C4C-A901-AF8810380E0A}" type="pres">
      <dgm:prSet presAssocID="{60204AC0-EBD9-E84E-A71B-1C293FF4BF3A}" presName="rootComposite" presStyleCnt="0"/>
      <dgm:spPr/>
    </dgm:pt>
    <dgm:pt modelId="{29C005C8-334E-E64E-9E56-74BA5065CEF6}" type="pres">
      <dgm:prSet presAssocID="{60204AC0-EBD9-E84E-A71B-1C293FF4BF3A}" presName="rootText" presStyleLbl="node2" presStyleIdx="3" presStyleCnt="4">
        <dgm:presLayoutVars>
          <dgm:chPref val="3"/>
        </dgm:presLayoutVars>
      </dgm:prSet>
      <dgm:spPr/>
    </dgm:pt>
    <dgm:pt modelId="{26459D68-C6F1-BC42-932D-23E0D3E78F0C}" type="pres">
      <dgm:prSet presAssocID="{60204AC0-EBD9-E84E-A71B-1C293FF4BF3A}" presName="rootConnector" presStyleLbl="node2" presStyleIdx="3" presStyleCnt="4"/>
      <dgm:spPr/>
    </dgm:pt>
    <dgm:pt modelId="{90FEF1C6-A5D8-C144-BD20-2F53597BD2FD}" type="pres">
      <dgm:prSet presAssocID="{60204AC0-EBD9-E84E-A71B-1C293FF4BF3A}" presName="hierChild4" presStyleCnt="0"/>
      <dgm:spPr/>
    </dgm:pt>
    <dgm:pt modelId="{2F3FD577-C913-A649-A19F-401D9206A01B}" type="pres">
      <dgm:prSet presAssocID="{60204AC0-EBD9-E84E-A71B-1C293FF4BF3A}" presName="hierChild5" presStyleCnt="0"/>
      <dgm:spPr/>
    </dgm:pt>
    <dgm:pt modelId="{BF06ED07-9175-0C4B-BF0A-8165CBB0A597}" type="pres">
      <dgm:prSet presAssocID="{5D53AE3C-4868-5341-A393-1F585F021EB8}" presName="hierChild3" presStyleCnt="0"/>
      <dgm:spPr/>
    </dgm:pt>
  </dgm:ptLst>
  <dgm:cxnLst>
    <dgm:cxn modelId="{599B7706-9DB6-4F4D-AACA-4E2D1569D338}" srcId="{235CBA14-5A27-2047-BFED-CBA59B1FB07B}" destId="{81CDD790-7CF3-CB4B-BF05-7BEFBB419B4A}" srcOrd="1" destOrd="0" parTransId="{815AF37E-A258-434C-B893-DE7B966F35EA}" sibTransId="{BD122C66-CAAE-1948-ACEF-57B6DAB79DF0}"/>
    <dgm:cxn modelId="{EF0FA408-FAE9-144C-AA14-88EC0034A219}" srcId="{235CBA14-5A27-2047-BFED-CBA59B1FB07B}" destId="{BF24EE0F-3252-B74C-9FDD-2734FE65EF1D}" srcOrd="0" destOrd="0" parTransId="{47746DB0-CF75-1747-9E07-49A5C5510C2D}" sibTransId="{DE771C36-0BAD-F94E-9F10-1466E081E643}"/>
    <dgm:cxn modelId="{5EA87C0C-E7B3-6846-8A8E-CA54F29B23A9}" type="presOf" srcId="{5D53AE3C-4868-5341-A393-1F585F021EB8}" destId="{610C32D4-2DAE-2443-9E44-057B412DB49B}" srcOrd="0" destOrd="0" presId="urn:microsoft.com/office/officeart/2005/8/layout/orgChart1"/>
    <dgm:cxn modelId="{229CC710-D4E4-074D-9DD4-4A940F62C68F}" type="presOf" srcId="{1262EEC4-454D-8E40-B5F4-FA0EBA5683F9}" destId="{3F9DCC81-EFA8-1042-9FA5-B5FC54081667}" srcOrd="0" destOrd="0" presId="urn:microsoft.com/office/officeart/2005/8/layout/orgChart1"/>
    <dgm:cxn modelId="{10EE4015-82F9-4B46-8B3E-5059670138B5}" type="presOf" srcId="{47746DB0-CF75-1747-9E07-49A5C5510C2D}" destId="{0A8EBE7B-3E7A-0A48-A3D3-6A7A3DBC51A0}" srcOrd="0" destOrd="0" presId="urn:microsoft.com/office/officeart/2005/8/layout/orgChart1"/>
    <dgm:cxn modelId="{D091A929-FED7-E641-AEA3-AE15489D3C91}" type="presOf" srcId="{5D53AE3C-4868-5341-A393-1F585F021EB8}" destId="{605FF2CC-1DF5-4E42-BBD7-E969A32F4FC6}" srcOrd="1" destOrd="0" presId="urn:microsoft.com/office/officeart/2005/8/layout/orgChart1"/>
    <dgm:cxn modelId="{4FA18737-D95F-4541-ADBF-1AD01F6CDE09}" type="presOf" srcId="{BF24EE0F-3252-B74C-9FDD-2734FE65EF1D}" destId="{0380B9E1-DDAD-3646-B1B4-7DBB50FD4202}" srcOrd="1" destOrd="0" presId="urn:microsoft.com/office/officeart/2005/8/layout/orgChart1"/>
    <dgm:cxn modelId="{C4092447-668C-944B-A4FD-8F20B6D54879}" type="presOf" srcId="{232415DF-E577-0842-8BEA-03A99B32FE85}" destId="{FACE44BE-437C-1640-880F-0589B323CD79}" srcOrd="0" destOrd="0" presId="urn:microsoft.com/office/officeart/2005/8/layout/orgChart1"/>
    <dgm:cxn modelId="{139AFA47-ECD7-B443-8C99-194EEAB51691}" srcId="{5D53AE3C-4868-5341-A393-1F585F021EB8}" destId="{1262EEC4-454D-8E40-B5F4-FA0EBA5683F9}" srcOrd="1" destOrd="0" parTransId="{F352F1F2-2E20-8E48-800D-DD3B512726A0}" sibTransId="{F782A199-2675-A244-B22E-CFB6B072F1E8}"/>
    <dgm:cxn modelId="{6227644A-A9D5-3841-B452-8E0B433AF3E9}" type="presOf" srcId="{5945CA14-F2D4-4949-A5BF-05E65CDFF6EE}" destId="{F3A8DF77-9125-F14A-8AAD-B6BEEBFFB656}" srcOrd="0" destOrd="0" presId="urn:microsoft.com/office/officeart/2005/8/layout/orgChart1"/>
    <dgm:cxn modelId="{95415D53-B090-BB40-ADF0-EE01AD8C592E}" type="presOf" srcId="{AEB82B16-F004-0845-BBDE-E777842B436F}" destId="{C90BAC98-4CCD-464E-924D-C1DD7ED1C339}" srcOrd="0" destOrd="0" presId="urn:microsoft.com/office/officeart/2005/8/layout/orgChart1"/>
    <dgm:cxn modelId="{A37D3360-2FC6-FE45-BA9E-1AA8015B4548}" type="presOf" srcId="{60204AC0-EBD9-E84E-A71B-1C293FF4BF3A}" destId="{26459D68-C6F1-BC42-932D-23E0D3E78F0C}" srcOrd="1" destOrd="0" presId="urn:microsoft.com/office/officeart/2005/8/layout/orgChart1"/>
    <dgm:cxn modelId="{CB745C67-B737-2649-A4D7-B8EA5CE7D13A}" srcId="{232415DF-E577-0842-8BEA-03A99B32FE85}" destId="{5D53AE3C-4868-5341-A393-1F585F021EB8}" srcOrd="0" destOrd="0" parTransId="{B8E4D81A-0064-F143-92A0-E5A64929B6B9}" sibTransId="{365B04A1-6107-CA45-97A5-998B335F1067}"/>
    <dgm:cxn modelId="{0AE8E47C-6DCD-914C-B75C-ACB49AADC809}" type="presOf" srcId="{1262EEC4-454D-8E40-B5F4-FA0EBA5683F9}" destId="{D4529C8C-DBB6-E748-8175-9BB341C71870}" srcOrd="1" destOrd="0" presId="urn:microsoft.com/office/officeart/2005/8/layout/orgChart1"/>
    <dgm:cxn modelId="{1B38C786-FEC7-C948-87E9-CD8D7352B4F2}" srcId="{5D53AE3C-4868-5341-A393-1F585F021EB8}" destId="{60204AC0-EBD9-E84E-A71B-1C293FF4BF3A}" srcOrd="3" destOrd="0" parTransId="{70E130CE-8845-0A43-9E01-8F940ECCBE65}" sibTransId="{A8D793A2-5E85-D941-9EEA-24AC4F9D0A8E}"/>
    <dgm:cxn modelId="{7B3E4198-3F39-4A45-94D9-D66BBF009A16}" type="presOf" srcId="{60204AC0-EBD9-E84E-A71B-1C293FF4BF3A}" destId="{29C005C8-334E-E64E-9E56-74BA5065CEF6}" srcOrd="0" destOrd="0" presId="urn:microsoft.com/office/officeart/2005/8/layout/orgChart1"/>
    <dgm:cxn modelId="{3761DCAA-7900-3E46-9863-3420DB97A98D}" type="presOf" srcId="{70E130CE-8845-0A43-9E01-8F940ECCBE65}" destId="{3CF2CE3D-8BC0-0141-87F9-567D7EEF5425}" srcOrd="0" destOrd="0" presId="urn:microsoft.com/office/officeart/2005/8/layout/orgChart1"/>
    <dgm:cxn modelId="{C3CBB5AD-3B8C-CF48-803B-0B73355CFBBF}" srcId="{5D53AE3C-4868-5341-A393-1F585F021EB8}" destId="{235CBA14-5A27-2047-BFED-CBA59B1FB07B}" srcOrd="0" destOrd="0" parTransId="{C5AA1FA8-128B-6C48-96A1-AAEBCBBE9579}" sibTransId="{89710E23-A7B1-4C44-B290-3A21EAFFE813}"/>
    <dgm:cxn modelId="{FB6580AE-940B-DE40-A378-8D6D2FD09F5D}" type="presOf" srcId="{81CDD790-7CF3-CB4B-BF05-7BEFBB419B4A}" destId="{A8021ACA-1D1E-CE44-AE3C-7187CAD39A3C}" srcOrd="1" destOrd="0" presId="urn:microsoft.com/office/officeart/2005/8/layout/orgChart1"/>
    <dgm:cxn modelId="{56BF46B5-B0E7-A844-8C9A-C8610A223B2E}" type="presOf" srcId="{815AF37E-A258-434C-B893-DE7B966F35EA}" destId="{6E5F84D3-94C0-DF49-8ECB-908CC99516A7}" srcOrd="0" destOrd="0" presId="urn:microsoft.com/office/officeart/2005/8/layout/orgChart1"/>
    <dgm:cxn modelId="{CE1DDDC3-409D-F647-92EA-526A04E28252}" type="presOf" srcId="{235CBA14-5A27-2047-BFED-CBA59B1FB07B}" destId="{41A56823-04BA-C44F-A6AD-C36ACF97DF7F}" srcOrd="1" destOrd="0" presId="urn:microsoft.com/office/officeart/2005/8/layout/orgChart1"/>
    <dgm:cxn modelId="{4B170ECD-7686-0442-9763-C0C755C14E61}" type="presOf" srcId="{C5AA1FA8-128B-6C48-96A1-AAEBCBBE9579}" destId="{A919899B-D8B9-4B46-91A3-2C3C576204B1}" srcOrd="0" destOrd="0" presId="urn:microsoft.com/office/officeart/2005/8/layout/orgChart1"/>
    <dgm:cxn modelId="{8270B2CE-E60C-904B-A398-0BCCBB4DFAC6}" type="presOf" srcId="{81CDD790-7CF3-CB4B-BF05-7BEFBB419B4A}" destId="{98060E02-4E9C-D543-9329-16DC5A04016E}" srcOrd="0" destOrd="0" presId="urn:microsoft.com/office/officeart/2005/8/layout/orgChart1"/>
    <dgm:cxn modelId="{E302D8D3-21D7-A04E-8892-749A68B028CE}" type="presOf" srcId="{F352F1F2-2E20-8E48-800D-DD3B512726A0}" destId="{43C64C42-7C43-B644-9854-6C4B4EC3970F}" srcOrd="0" destOrd="0" presId="urn:microsoft.com/office/officeart/2005/8/layout/orgChart1"/>
    <dgm:cxn modelId="{973BB1E3-E822-EC4E-9F1C-9EE493BBAFA6}" type="presOf" srcId="{235CBA14-5A27-2047-BFED-CBA59B1FB07B}" destId="{C84C6551-46D4-444C-B016-9E61593FA704}" srcOrd="0" destOrd="0" presId="urn:microsoft.com/office/officeart/2005/8/layout/orgChart1"/>
    <dgm:cxn modelId="{124F4AF0-6726-7D4D-8CA0-76A271247656}" type="presOf" srcId="{5945CA14-F2D4-4949-A5BF-05E65CDFF6EE}" destId="{057AD43F-363A-A84A-8601-95AC18B188C6}" srcOrd="1" destOrd="0" presId="urn:microsoft.com/office/officeart/2005/8/layout/orgChart1"/>
    <dgm:cxn modelId="{3782A5F0-CE5F-4545-B7F1-63728E40F939}" type="presOf" srcId="{BF24EE0F-3252-B74C-9FDD-2734FE65EF1D}" destId="{FA2B4741-1DF4-4E43-9ADA-848AC5386346}" srcOrd="0" destOrd="0" presId="urn:microsoft.com/office/officeart/2005/8/layout/orgChart1"/>
    <dgm:cxn modelId="{199B5BFA-6FFE-8446-8487-EAB0CDC3261F}" srcId="{5D53AE3C-4868-5341-A393-1F585F021EB8}" destId="{5945CA14-F2D4-4949-A5BF-05E65CDFF6EE}" srcOrd="2" destOrd="0" parTransId="{AEB82B16-F004-0845-BBDE-E777842B436F}" sibTransId="{DA865A49-5E84-1243-8B70-3C8C8951FC5A}"/>
    <dgm:cxn modelId="{3A59674D-5248-1646-9F91-D138EA2E3C40}" type="presParOf" srcId="{FACE44BE-437C-1640-880F-0589B323CD79}" destId="{2782FDC1-FC29-B44F-8900-B6F5D48F31C3}" srcOrd="0" destOrd="0" presId="urn:microsoft.com/office/officeart/2005/8/layout/orgChart1"/>
    <dgm:cxn modelId="{D86B20E0-E8F9-B94D-A43F-ED4EAECFE15F}" type="presParOf" srcId="{2782FDC1-FC29-B44F-8900-B6F5D48F31C3}" destId="{B7A29929-43FA-7B4F-B2CB-E4A95A4F0E99}" srcOrd="0" destOrd="0" presId="urn:microsoft.com/office/officeart/2005/8/layout/orgChart1"/>
    <dgm:cxn modelId="{D9C0F51B-9FCC-1C46-B76D-D3D4EE6164C2}" type="presParOf" srcId="{B7A29929-43FA-7B4F-B2CB-E4A95A4F0E99}" destId="{610C32D4-2DAE-2443-9E44-057B412DB49B}" srcOrd="0" destOrd="0" presId="urn:microsoft.com/office/officeart/2005/8/layout/orgChart1"/>
    <dgm:cxn modelId="{76B19FA6-1A03-1D4D-84B9-0855984DE2DA}" type="presParOf" srcId="{B7A29929-43FA-7B4F-B2CB-E4A95A4F0E99}" destId="{605FF2CC-1DF5-4E42-BBD7-E969A32F4FC6}" srcOrd="1" destOrd="0" presId="urn:microsoft.com/office/officeart/2005/8/layout/orgChart1"/>
    <dgm:cxn modelId="{50DF72A9-A539-D948-B090-1F0792CAA179}" type="presParOf" srcId="{2782FDC1-FC29-B44F-8900-B6F5D48F31C3}" destId="{6B8C5F80-4C34-8A43-BD03-D8B608CA5986}" srcOrd="1" destOrd="0" presId="urn:microsoft.com/office/officeart/2005/8/layout/orgChart1"/>
    <dgm:cxn modelId="{C68E6817-9737-3343-9D83-7CF92C8EFE08}" type="presParOf" srcId="{6B8C5F80-4C34-8A43-BD03-D8B608CA5986}" destId="{A919899B-D8B9-4B46-91A3-2C3C576204B1}" srcOrd="0" destOrd="0" presId="urn:microsoft.com/office/officeart/2005/8/layout/orgChart1"/>
    <dgm:cxn modelId="{FB37AB3C-34BB-C746-89E6-5C182D38754D}" type="presParOf" srcId="{6B8C5F80-4C34-8A43-BD03-D8B608CA5986}" destId="{EB0D8FB3-824D-0648-B167-5A6CEB428B2E}" srcOrd="1" destOrd="0" presId="urn:microsoft.com/office/officeart/2005/8/layout/orgChart1"/>
    <dgm:cxn modelId="{C2541151-3356-B14C-8CE0-89460D0F76AD}" type="presParOf" srcId="{EB0D8FB3-824D-0648-B167-5A6CEB428B2E}" destId="{BACDC828-9185-7642-8B48-1B5D0C3E96AE}" srcOrd="0" destOrd="0" presId="urn:microsoft.com/office/officeart/2005/8/layout/orgChart1"/>
    <dgm:cxn modelId="{1CDEBC87-63D4-A640-B3B0-956267483516}" type="presParOf" srcId="{BACDC828-9185-7642-8B48-1B5D0C3E96AE}" destId="{C84C6551-46D4-444C-B016-9E61593FA704}" srcOrd="0" destOrd="0" presId="urn:microsoft.com/office/officeart/2005/8/layout/orgChart1"/>
    <dgm:cxn modelId="{6C23B035-4EE2-D14A-BBA9-4E80AA80C390}" type="presParOf" srcId="{BACDC828-9185-7642-8B48-1B5D0C3E96AE}" destId="{41A56823-04BA-C44F-A6AD-C36ACF97DF7F}" srcOrd="1" destOrd="0" presId="urn:microsoft.com/office/officeart/2005/8/layout/orgChart1"/>
    <dgm:cxn modelId="{D9184B1E-9E12-C946-AECD-9684C3251EF0}" type="presParOf" srcId="{EB0D8FB3-824D-0648-B167-5A6CEB428B2E}" destId="{E83DC0E7-18E5-D94E-97F1-5EC143997889}" srcOrd="1" destOrd="0" presId="urn:microsoft.com/office/officeart/2005/8/layout/orgChart1"/>
    <dgm:cxn modelId="{10F07CD1-C943-124B-9D59-70829942A6D1}" type="presParOf" srcId="{E83DC0E7-18E5-D94E-97F1-5EC143997889}" destId="{0A8EBE7B-3E7A-0A48-A3D3-6A7A3DBC51A0}" srcOrd="0" destOrd="0" presId="urn:microsoft.com/office/officeart/2005/8/layout/orgChart1"/>
    <dgm:cxn modelId="{E42D5B02-BDD6-2946-A32B-7FA0C060AF17}" type="presParOf" srcId="{E83DC0E7-18E5-D94E-97F1-5EC143997889}" destId="{8E1AD16D-1F09-7B41-BACE-12F32B942320}" srcOrd="1" destOrd="0" presId="urn:microsoft.com/office/officeart/2005/8/layout/orgChart1"/>
    <dgm:cxn modelId="{0F820A32-ACBB-BD46-AEA1-872246A87522}" type="presParOf" srcId="{8E1AD16D-1F09-7B41-BACE-12F32B942320}" destId="{F0D9FE6F-8B0E-3745-807D-581CD4B19ED8}" srcOrd="0" destOrd="0" presId="urn:microsoft.com/office/officeart/2005/8/layout/orgChart1"/>
    <dgm:cxn modelId="{F5B8D5E4-D20A-9C4D-B7CA-690D0031F6B4}" type="presParOf" srcId="{F0D9FE6F-8B0E-3745-807D-581CD4B19ED8}" destId="{FA2B4741-1DF4-4E43-9ADA-848AC5386346}" srcOrd="0" destOrd="0" presId="urn:microsoft.com/office/officeart/2005/8/layout/orgChart1"/>
    <dgm:cxn modelId="{E33D9DC8-1087-CC48-8D06-3A705C3BAACF}" type="presParOf" srcId="{F0D9FE6F-8B0E-3745-807D-581CD4B19ED8}" destId="{0380B9E1-DDAD-3646-B1B4-7DBB50FD4202}" srcOrd="1" destOrd="0" presId="urn:microsoft.com/office/officeart/2005/8/layout/orgChart1"/>
    <dgm:cxn modelId="{D094A20A-EBC6-4E4B-808A-6834A81F826E}" type="presParOf" srcId="{8E1AD16D-1F09-7B41-BACE-12F32B942320}" destId="{A97770B1-789F-EC4B-BA20-EED2A2DF3593}" srcOrd="1" destOrd="0" presId="urn:microsoft.com/office/officeart/2005/8/layout/orgChart1"/>
    <dgm:cxn modelId="{0DF60BF4-9F22-6745-8071-268A9C817D67}" type="presParOf" srcId="{8E1AD16D-1F09-7B41-BACE-12F32B942320}" destId="{A1692751-A6F4-E549-BE5F-EE5A3E35A818}" srcOrd="2" destOrd="0" presId="urn:microsoft.com/office/officeart/2005/8/layout/orgChart1"/>
    <dgm:cxn modelId="{4D52F1B7-B4CE-BF41-B6B9-E84F9E74A94A}" type="presParOf" srcId="{E83DC0E7-18E5-D94E-97F1-5EC143997889}" destId="{6E5F84D3-94C0-DF49-8ECB-908CC99516A7}" srcOrd="2" destOrd="0" presId="urn:microsoft.com/office/officeart/2005/8/layout/orgChart1"/>
    <dgm:cxn modelId="{29A8A7F6-7C43-F14A-9090-3C40CAF73090}" type="presParOf" srcId="{E83DC0E7-18E5-D94E-97F1-5EC143997889}" destId="{B330A4A8-94A6-5D43-87F6-3EE20253CEE7}" srcOrd="3" destOrd="0" presId="urn:microsoft.com/office/officeart/2005/8/layout/orgChart1"/>
    <dgm:cxn modelId="{AA5170F1-CD10-9B44-BE76-327BD26CC16C}" type="presParOf" srcId="{B330A4A8-94A6-5D43-87F6-3EE20253CEE7}" destId="{D5581281-2125-554C-9859-48B81F8DBAFA}" srcOrd="0" destOrd="0" presId="urn:microsoft.com/office/officeart/2005/8/layout/orgChart1"/>
    <dgm:cxn modelId="{C8C43075-76A9-7648-8A39-6433549C01A0}" type="presParOf" srcId="{D5581281-2125-554C-9859-48B81F8DBAFA}" destId="{98060E02-4E9C-D543-9329-16DC5A04016E}" srcOrd="0" destOrd="0" presId="urn:microsoft.com/office/officeart/2005/8/layout/orgChart1"/>
    <dgm:cxn modelId="{D23A7159-B185-6E4E-BB76-3AE471B0E0C2}" type="presParOf" srcId="{D5581281-2125-554C-9859-48B81F8DBAFA}" destId="{A8021ACA-1D1E-CE44-AE3C-7187CAD39A3C}" srcOrd="1" destOrd="0" presId="urn:microsoft.com/office/officeart/2005/8/layout/orgChart1"/>
    <dgm:cxn modelId="{F73D5220-4082-154B-A043-0FA823F904C9}" type="presParOf" srcId="{B330A4A8-94A6-5D43-87F6-3EE20253CEE7}" destId="{3AE05CBA-310D-2041-993D-EE08DA5B1E87}" srcOrd="1" destOrd="0" presId="urn:microsoft.com/office/officeart/2005/8/layout/orgChart1"/>
    <dgm:cxn modelId="{DC70C94D-4A29-9349-AB26-DC81912A8073}" type="presParOf" srcId="{B330A4A8-94A6-5D43-87F6-3EE20253CEE7}" destId="{B0E91F88-A64B-874B-9B0A-EE18B5735C89}" srcOrd="2" destOrd="0" presId="urn:microsoft.com/office/officeart/2005/8/layout/orgChart1"/>
    <dgm:cxn modelId="{25E720FB-32C7-674A-985D-1F362718D7F2}" type="presParOf" srcId="{EB0D8FB3-824D-0648-B167-5A6CEB428B2E}" destId="{7E7B8A17-AFFD-AD4D-AA73-86B22956A04E}" srcOrd="2" destOrd="0" presId="urn:microsoft.com/office/officeart/2005/8/layout/orgChart1"/>
    <dgm:cxn modelId="{D7E56DC6-4B7D-BB40-B940-C3235217360D}" type="presParOf" srcId="{6B8C5F80-4C34-8A43-BD03-D8B608CA5986}" destId="{43C64C42-7C43-B644-9854-6C4B4EC3970F}" srcOrd="2" destOrd="0" presId="urn:microsoft.com/office/officeart/2005/8/layout/orgChart1"/>
    <dgm:cxn modelId="{C0757E86-E33E-CE4B-A9B3-48D8A69E30F5}" type="presParOf" srcId="{6B8C5F80-4C34-8A43-BD03-D8B608CA5986}" destId="{A73666ED-1E78-6149-A1CD-26005DBBAA06}" srcOrd="3" destOrd="0" presId="urn:microsoft.com/office/officeart/2005/8/layout/orgChart1"/>
    <dgm:cxn modelId="{A97A8706-1F25-AF49-9846-70F3617BA66B}" type="presParOf" srcId="{A73666ED-1E78-6149-A1CD-26005DBBAA06}" destId="{A5E29858-856D-3D4D-B4F9-A1D9AF21DC28}" srcOrd="0" destOrd="0" presId="urn:microsoft.com/office/officeart/2005/8/layout/orgChart1"/>
    <dgm:cxn modelId="{82161B38-7567-C84D-871B-A5B550F844D7}" type="presParOf" srcId="{A5E29858-856D-3D4D-B4F9-A1D9AF21DC28}" destId="{3F9DCC81-EFA8-1042-9FA5-B5FC54081667}" srcOrd="0" destOrd="0" presId="urn:microsoft.com/office/officeart/2005/8/layout/orgChart1"/>
    <dgm:cxn modelId="{32CD8E1B-E0F2-EF4A-ACFB-969EB23B08A9}" type="presParOf" srcId="{A5E29858-856D-3D4D-B4F9-A1D9AF21DC28}" destId="{D4529C8C-DBB6-E748-8175-9BB341C71870}" srcOrd="1" destOrd="0" presId="urn:microsoft.com/office/officeart/2005/8/layout/orgChart1"/>
    <dgm:cxn modelId="{27FEE691-E773-C149-812F-907E436616FC}" type="presParOf" srcId="{A73666ED-1E78-6149-A1CD-26005DBBAA06}" destId="{8FA033EB-39ED-D346-BD04-ED249622B082}" srcOrd="1" destOrd="0" presId="urn:microsoft.com/office/officeart/2005/8/layout/orgChart1"/>
    <dgm:cxn modelId="{06E27F8E-023B-1445-87D1-C94B8AE77AF1}" type="presParOf" srcId="{A73666ED-1E78-6149-A1CD-26005DBBAA06}" destId="{899F3A7E-DBC2-7F44-80CA-300175153845}" srcOrd="2" destOrd="0" presId="urn:microsoft.com/office/officeart/2005/8/layout/orgChart1"/>
    <dgm:cxn modelId="{0B3499AC-9193-C84E-BF6B-21921ACB516A}" type="presParOf" srcId="{6B8C5F80-4C34-8A43-BD03-D8B608CA5986}" destId="{C90BAC98-4CCD-464E-924D-C1DD7ED1C339}" srcOrd="4" destOrd="0" presId="urn:microsoft.com/office/officeart/2005/8/layout/orgChart1"/>
    <dgm:cxn modelId="{10CAB6D1-3477-9B43-A071-69E301A24FF3}" type="presParOf" srcId="{6B8C5F80-4C34-8A43-BD03-D8B608CA5986}" destId="{1AE5FABD-4DA3-B343-8854-16670C62F59B}" srcOrd="5" destOrd="0" presId="urn:microsoft.com/office/officeart/2005/8/layout/orgChart1"/>
    <dgm:cxn modelId="{A88256AF-DED8-A846-803D-C23764CE337C}" type="presParOf" srcId="{1AE5FABD-4DA3-B343-8854-16670C62F59B}" destId="{43B5E068-D0B2-244F-8427-3E2DA50EF859}" srcOrd="0" destOrd="0" presId="urn:microsoft.com/office/officeart/2005/8/layout/orgChart1"/>
    <dgm:cxn modelId="{04B79EE6-47AB-2B4E-B89A-6544B7E0F726}" type="presParOf" srcId="{43B5E068-D0B2-244F-8427-3E2DA50EF859}" destId="{F3A8DF77-9125-F14A-8AAD-B6BEEBFFB656}" srcOrd="0" destOrd="0" presId="urn:microsoft.com/office/officeart/2005/8/layout/orgChart1"/>
    <dgm:cxn modelId="{60BB86C1-4271-D646-81CE-7425978C3083}" type="presParOf" srcId="{43B5E068-D0B2-244F-8427-3E2DA50EF859}" destId="{057AD43F-363A-A84A-8601-95AC18B188C6}" srcOrd="1" destOrd="0" presId="urn:microsoft.com/office/officeart/2005/8/layout/orgChart1"/>
    <dgm:cxn modelId="{0C55F3C4-1D8D-5B40-98A1-A368EDDEDC7E}" type="presParOf" srcId="{1AE5FABD-4DA3-B343-8854-16670C62F59B}" destId="{2B295454-7F58-CB4C-9D62-8181415306C7}" srcOrd="1" destOrd="0" presId="urn:microsoft.com/office/officeart/2005/8/layout/orgChart1"/>
    <dgm:cxn modelId="{5AA0935A-DB66-F74A-9844-77EA72B4F0DD}" type="presParOf" srcId="{1AE5FABD-4DA3-B343-8854-16670C62F59B}" destId="{DC79756D-3CE2-224A-BB9E-1E02FA0A2E26}" srcOrd="2" destOrd="0" presId="urn:microsoft.com/office/officeart/2005/8/layout/orgChart1"/>
    <dgm:cxn modelId="{7C925F99-2E07-6648-AABA-5F390F683A76}" type="presParOf" srcId="{6B8C5F80-4C34-8A43-BD03-D8B608CA5986}" destId="{3CF2CE3D-8BC0-0141-87F9-567D7EEF5425}" srcOrd="6" destOrd="0" presId="urn:microsoft.com/office/officeart/2005/8/layout/orgChart1"/>
    <dgm:cxn modelId="{658C4BBD-B405-1947-A61E-F5DD7654A74D}" type="presParOf" srcId="{6B8C5F80-4C34-8A43-BD03-D8B608CA5986}" destId="{984E7B26-581E-1E4E-83F8-059AFB5413F5}" srcOrd="7" destOrd="0" presId="urn:microsoft.com/office/officeart/2005/8/layout/orgChart1"/>
    <dgm:cxn modelId="{2C2E3110-21B4-C74A-A924-3DD512FC231D}" type="presParOf" srcId="{984E7B26-581E-1E4E-83F8-059AFB5413F5}" destId="{B70A6B7B-608C-6C4C-A901-AF8810380E0A}" srcOrd="0" destOrd="0" presId="urn:microsoft.com/office/officeart/2005/8/layout/orgChart1"/>
    <dgm:cxn modelId="{47BC5F5D-9C53-434C-B72C-DF52D1FF7D4B}" type="presParOf" srcId="{B70A6B7B-608C-6C4C-A901-AF8810380E0A}" destId="{29C005C8-334E-E64E-9E56-74BA5065CEF6}" srcOrd="0" destOrd="0" presId="urn:microsoft.com/office/officeart/2005/8/layout/orgChart1"/>
    <dgm:cxn modelId="{5B5977B5-AE0D-C64F-82B8-2C44B5D1B2A9}" type="presParOf" srcId="{B70A6B7B-608C-6C4C-A901-AF8810380E0A}" destId="{26459D68-C6F1-BC42-932D-23E0D3E78F0C}" srcOrd="1" destOrd="0" presId="urn:microsoft.com/office/officeart/2005/8/layout/orgChart1"/>
    <dgm:cxn modelId="{A3C4A5D1-8920-674B-A775-93202E58E23B}" type="presParOf" srcId="{984E7B26-581E-1E4E-83F8-059AFB5413F5}" destId="{90FEF1C6-A5D8-C144-BD20-2F53597BD2FD}" srcOrd="1" destOrd="0" presId="urn:microsoft.com/office/officeart/2005/8/layout/orgChart1"/>
    <dgm:cxn modelId="{9183E70C-3253-DF4A-BDEA-C41C8ED9753F}" type="presParOf" srcId="{984E7B26-581E-1E4E-83F8-059AFB5413F5}" destId="{2F3FD577-C913-A649-A19F-401D9206A01B}" srcOrd="2" destOrd="0" presId="urn:microsoft.com/office/officeart/2005/8/layout/orgChart1"/>
    <dgm:cxn modelId="{F61D937D-48E3-9E4C-8F90-2A670EC5F081}" type="presParOf" srcId="{2782FDC1-FC29-B44F-8900-B6F5D48F31C3}" destId="{BF06ED07-9175-0C4B-BF0A-8165CBB0A59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08BB5-CAF6-F14B-B5E0-520705ADA0CA}">
      <dsp:nvSpPr>
        <dsp:cNvPr id="0" name=""/>
        <dsp:cNvSpPr/>
      </dsp:nvSpPr>
      <dsp:spPr>
        <a:xfrm>
          <a:off x="2661046" y="1572"/>
          <a:ext cx="2805906" cy="140295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Diagram</a:t>
          </a:r>
        </a:p>
      </dsp:txBody>
      <dsp:txXfrm>
        <a:off x="2702137" y="42663"/>
        <a:ext cx="2723724" cy="1320771"/>
      </dsp:txXfrm>
    </dsp:sp>
    <dsp:sp modelId="{8187662D-9D68-8940-943E-6C281B62C988}">
      <dsp:nvSpPr>
        <dsp:cNvPr id="0" name=""/>
        <dsp:cNvSpPr/>
      </dsp:nvSpPr>
      <dsp:spPr>
        <a:xfrm rot="3600000">
          <a:off x="4491365" y="2463816"/>
          <a:ext cx="1461927" cy="491033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4638675" y="2562023"/>
        <a:ext cx="1167307" cy="294619"/>
      </dsp:txXfrm>
    </dsp:sp>
    <dsp:sp modelId="{A67BD570-60D2-314A-9295-177F49285752}">
      <dsp:nvSpPr>
        <dsp:cNvPr id="0" name=""/>
        <dsp:cNvSpPr/>
      </dsp:nvSpPr>
      <dsp:spPr>
        <a:xfrm>
          <a:off x="4977704" y="4014141"/>
          <a:ext cx="2805906" cy="140295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Symbolic Expression</a:t>
          </a:r>
        </a:p>
      </dsp:txBody>
      <dsp:txXfrm>
        <a:off x="5018795" y="4055232"/>
        <a:ext cx="2723724" cy="1320771"/>
      </dsp:txXfrm>
    </dsp:sp>
    <dsp:sp modelId="{5814A48C-C8C0-8240-9FF0-E6CB1B465396}">
      <dsp:nvSpPr>
        <dsp:cNvPr id="0" name=""/>
        <dsp:cNvSpPr/>
      </dsp:nvSpPr>
      <dsp:spPr>
        <a:xfrm rot="10800000">
          <a:off x="3333036" y="4470101"/>
          <a:ext cx="1461927" cy="491033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10800000">
        <a:off x="3480346" y="4568308"/>
        <a:ext cx="1167307" cy="294619"/>
      </dsp:txXfrm>
    </dsp:sp>
    <dsp:sp modelId="{105359AA-C494-FB49-9513-56FBF72EDB9E}">
      <dsp:nvSpPr>
        <dsp:cNvPr id="0" name=""/>
        <dsp:cNvSpPr/>
      </dsp:nvSpPr>
      <dsp:spPr>
        <a:xfrm>
          <a:off x="344389" y="4014141"/>
          <a:ext cx="2805906" cy="140295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Simulation</a:t>
          </a:r>
        </a:p>
      </dsp:txBody>
      <dsp:txXfrm>
        <a:off x="385480" y="4055232"/>
        <a:ext cx="2723724" cy="1320771"/>
      </dsp:txXfrm>
    </dsp:sp>
    <dsp:sp modelId="{EB0E44D1-E9C3-8247-95D9-910C27C93CDF}">
      <dsp:nvSpPr>
        <dsp:cNvPr id="0" name=""/>
        <dsp:cNvSpPr/>
      </dsp:nvSpPr>
      <dsp:spPr>
        <a:xfrm rot="18000000">
          <a:off x="2174707" y="2463816"/>
          <a:ext cx="1461927" cy="491033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2322017" y="2562023"/>
        <a:ext cx="1167307" cy="2946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F2CE3D-8BC0-0141-87F9-567D7EEF5425}">
      <dsp:nvSpPr>
        <dsp:cNvPr id="0" name=""/>
        <dsp:cNvSpPr/>
      </dsp:nvSpPr>
      <dsp:spPr>
        <a:xfrm>
          <a:off x="4064000" y="1280075"/>
          <a:ext cx="3182949" cy="3682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137"/>
              </a:lnTo>
              <a:lnTo>
                <a:pt x="3182949" y="184137"/>
              </a:lnTo>
              <a:lnTo>
                <a:pt x="3182949" y="36827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0BAC98-4CCD-464E-924D-C1DD7ED1C339}">
      <dsp:nvSpPr>
        <dsp:cNvPr id="0" name=""/>
        <dsp:cNvSpPr/>
      </dsp:nvSpPr>
      <dsp:spPr>
        <a:xfrm>
          <a:off x="4064000" y="1280075"/>
          <a:ext cx="1060983" cy="3682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137"/>
              </a:lnTo>
              <a:lnTo>
                <a:pt x="1060983" y="184137"/>
              </a:lnTo>
              <a:lnTo>
                <a:pt x="1060983" y="36827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C64C42-7C43-B644-9854-6C4B4EC3970F}">
      <dsp:nvSpPr>
        <dsp:cNvPr id="0" name=""/>
        <dsp:cNvSpPr/>
      </dsp:nvSpPr>
      <dsp:spPr>
        <a:xfrm>
          <a:off x="3003016" y="1280075"/>
          <a:ext cx="1060983" cy="368275"/>
        </a:xfrm>
        <a:custGeom>
          <a:avLst/>
          <a:gdLst/>
          <a:ahLst/>
          <a:cxnLst/>
          <a:rect l="0" t="0" r="0" b="0"/>
          <a:pathLst>
            <a:path>
              <a:moveTo>
                <a:pt x="1060983" y="0"/>
              </a:moveTo>
              <a:lnTo>
                <a:pt x="1060983" y="184137"/>
              </a:lnTo>
              <a:lnTo>
                <a:pt x="0" y="184137"/>
              </a:lnTo>
              <a:lnTo>
                <a:pt x="0" y="36827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5F84D3-94C0-DF49-8ECB-908CC99516A7}">
      <dsp:nvSpPr>
        <dsp:cNvPr id="0" name=""/>
        <dsp:cNvSpPr/>
      </dsp:nvSpPr>
      <dsp:spPr>
        <a:xfrm>
          <a:off x="179573" y="2525195"/>
          <a:ext cx="263053" cy="20518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1818"/>
              </a:lnTo>
              <a:lnTo>
                <a:pt x="263053" y="205181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8EBE7B-3E7A-0A48-A3D3-6A7A3DBC51A0}">
      <dsp:nvSpPr>
        <dsp:cNvPr id="0" name=""/>
        <dsp:cNvSpPr/>
      </dsp:nvSpPr>
      <dsp:spPr>
        <a:xfrm>
          <a:off x="179573" y="2525195"/>
          <a:ext cx="263053" cy="8066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6698"/>
              </a:lnTo>
              <a:lnTo>
                <a:pt x="263053" y="80669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19899B-D8B9-4B46-91A3-2C3C576204B1}">
      <dsp:nvSpPr>
        <dsp:cNvPr id="0" name=""/>
        <dsp:cNvSpPr/>
      </dsp:nvSpPr>
      <dsp:spPr>
        <a:xfrm>
          <a:off x="881050" y="1280075"/>
          <a:ext cx="3182949" cy="368275"/>
        </a:xfrm>
        <a:custGeom>
          <a:avLst/>
          <a:gdLst/>
          <a:ahLst/>
          <a:cxnLst/>
          <a:rect l="0" t="0" r="0" b="0"/>
          <a:pathLst>
            <a:path>
              <a:moveTo>
                <a:pt x="3182949" y="0"/>
              </a:moveTo>
              <a:lnTo>
                <a:pt x="3182949" y="184137"/>
              </a:lnTo>
              <a:lnTo>
                <a:pt x="0" y="184137"/>
              </a:lnTo>
              <a:lnTo>
                <a:pt x="0" y="36827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0C32D4-2DAE-2443-9E44-057B412DB49B}">
      <dsp:nvSpPr>
        <dsp:cNvPr id="0" name=""/>
        <dsp:cNvSpPr/>
      </dsp:nvSpPr>
      <dsp:spPr>
        <a:xfrm>
          <a:off x="3187154" y="403229"/>
          <a:ext cx="1753691" cy="87684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Theory</a:t>
          </a:r>
        </a:p>
      </dsp:txBody>
      <dsp:txXfrm>
        <a:off x="3187154" y="403229"/>
        <a:ext cx="1753691" cy="876845"/>
      </dsp:txXfrm>
    </dsp:sp>
    <dsp:sp modelId="{C84C6551-46D4-444C-B016-9E61593FA704}">
      <dsp:nvSpPr>
        <dsp:cNvPr id="0" name=""/>
        <dsp:cNvSpPr/>
      </dsp:nvSpPr>
      <dsp:spPr>
        <a:xfrm>
          <a:off x="4204" y="1648350"/>
          <a:ext cx="1753691" cy="87684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Instance</a:t>
          </a:r>
        </a:p>
      </dsp:txBody>
      <dsp:txXfrm>
        <a:off x="4204" y="1648350"/>
        <a:ext cx="1753691" cy="876845"/>
      </dsp:txXfrm>
    </dsp:sp>
    <dsp:sp modelId="{FA2B4741-1DF4-4E43-9ADA-848AC5386346}">
      <dsp:nvSpPr>
        <dsp:cNvPr id="0" name=""/>
        <dsp:cNvSpPr/>
      </dsp:nvSpPr>
      <dsp:spPr>
        <a:xfrm>
          <a:off x="442627" y="2893471"/>
          <a:ext cx="1753691" cy="87684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Presentation</a:t>
          </a:r>
        </a:p>
      </dsp:txBody>
      <dsp:txXfrm>
        <a:off x="442627" y="2893471"/>
        <a:ext cx="1753691" cy="876845"/>
      </dsp:txXfrm>
    </dsp:sp>
    <dsp:sp modelId="{98060E02-4E9C-D543-9329-16DC5A04016E}">
      <dsp:nvSpPr>
        <dsp:cNvPr id="0" name=""/>
        <dsp:cNvSpPr/>
      </dsp:nvSpPr>
      <dsp:spPr>
        <a:xfrm>
          <a:off x="442627" y="4138591"/>
          <a:ext cx="1753691" cy="87684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Implementation</a:t>
          </a:r>
        </a:p>
      </dsp:txBody>
      <dsp:txXfrm>
        <a:off x="442627" y="4138591"/>
        <a:ext cx="1753691" cy="876845"/>
      </dsp:txXfrm>
    </dsp:sp>
    <dsp:sp modelId="{3F9DCC81-EFA8-1042-9FA5-B5FC54081667}">
      <dsp:nvSpPr>
        <dsp:cNvPr id="0" name=""/>
        <dsp:cNvSpPr/>
      </dsp:nvSpPr>
      <dsp:spPr>
        <a:xfrm>
          <a:off x="2126170" y="1648350"/>
          <a:ext cx="1753691" cy="87684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Syntax</a:t>
          </a:r>
        </a:p>
      </dsp:txBody>
      <dsp:txXfrm>
        <a:off x="2126170" y="1648350"/>
        <a:ext cx="1753691" cy="876845"/>
      </dsp:txXfrm>
    </dsp:sp>
    <dsp:sp modelId="{F3A8DF77-9125-F14A-8AAD-B6BEEBFFB656}">
      <dsp:nvSpPr>
        <dsp:cNvPr id="0" name=""/>
        <dsp:cNvSpPr/>
      </dsp:nvSpPr>
      <dsp:spPr>
        <a:xfrm>
          <a:off x="4248137" y="1648350"/>
          <a:ext cx="1753691" cy="87684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Diagram</a:t>
          </a:r>
        </a:p>
      </dsp:txBody>
      <dsp:txXfrm>
        <a:off x="4248137" y="1648350"/>
        <a:ext cx="1753691" cy="876845"/>
      </dsp:txXfrm>
    </dsp:sp>
    <dsp:sp modelId="{29C005C8-334E-E64E-9E56-74BA5065CEF6}">
      <dsp:nvSpPr>
        <dsp:cNvPr id="0" name=""/>
        <dsp:cNvSpPr/>
      </dsp:nvSpPr>
      <dsp:spPr>
        <a:xfrm>
          <a:off x="6370104" y="1648350"/>
          <a:ext cx="1753691" cy="87684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Subtheory</a:t>
          </a:r>
          <a:endParaRPr lang="en-US" sz="2000" kern="1200" dirty="0"/>
        </a:p>
      </dsp:txBody>
      <dsp:txXfrm>
        <a:off x="6370104" y="1648350"/>
        <a:ext cx="1753691" cy="8768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203D-229C-4D41-8A30-A323F2F2A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7CEACC-8B2C-F74A-B9E3-56F71815D6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295E-157A-634E-B082-3A115CE4A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249AD-5AA4-B640-A146-329CBD257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DA819-61E3-7E4D-9D29-29179AA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5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02F29-3252-5646-B4A7-22E43878A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B952B-CBCD-C84F-9903-F2CF92FAA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C8C8-4714-944D-A5D0-DC7EDC1CD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A38B-80B2-1F48-8F5C-2F3E6A6B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078D-AA80-7745-9C7F-7EEAD9F7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24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ABFF-42FD-0545-B45E-550B19595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2A7FC-368B-E141-AFBF-80F6FF119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30864-28E6-664A-8486-0015555B0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7F13B-AF6A-0D43-B606-D2FC3BFE0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21C14-E56D-0941-AE15-153F876E9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21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98DA5-9F8D-6E44-A3C8-13F087CDD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C6D3C-A812-4E4E-BC4A-A5DC7B5F1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0CF7E-FE55-7E4F-BF52-B92C6A23C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A2658-2F5B-CF4D-A5FA-21F034045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885B1-22DC-A742-B563-AAF7D0D8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B0662-A94F-EB4B-B1EC-9A9F8F1E3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5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143E6-A26C-2343-BA0C-18FEDDEBF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AF6F6-8EFD-C343-ABA2-FC43491C3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41B42-9ED3-0641-A34B-3D5D6DF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9844C6-1E34-A34D-97C1-ABA6E3902B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1D9883-E0F5-0649-A759-00AE501D55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58F19B-5D53-764A-A9C9-64B5713F0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11827E-2BFF-2B45-B5C1-7AE2F6CF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F18797-EC21-564E-9C64-4180BD9A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59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82057-FE92-CC47-9EE1-A5F010E6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3BC905-BF03-0147-B33D-8775E593B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94575-42FF-B54D-B379-4F02F4321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6DB0C-A623-CC43-A7D6-3FCB3DA61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95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57D9C-9DE2-9542-B014-DF9BCEF9E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CA550-CB37-B54C-B374-0531E80F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FE928-EBAF-8249-9706-730B12EDD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969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B4A5D-CC5E-4540-B19B-19196F36D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8A821-3C08-2B41-8C3F-237921FF9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A9F0F-EB46-AD43-A50C-31820F433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68511-CC51-5543-9AB7-46FF8704B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5AE40-07C8-D74D-BB9F-DEDC2CFB7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0684F-F049-9B4A-9E2E-EE7F909A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280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B349B-5D23-C642-BE1F-2BB10912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C54DFD-75F9-6C4D-8729-82BFC575F0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DA482-099E-F344-8E57-05A75F4A6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52703-1510-F34E-ADAF-0E98C5054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C9229-259C-3A47-9AC1-1C9E0A34E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B80FF-BD39-9B4F-B89F-CF75DD23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56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CAE5C-312E-804F-8AA2-F2896B27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2E4A4-548E-6140-92C9-47362CD46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D1FEA-6E9B-1A44-BE02-2E10F27A1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3241B-A80C-A24C-86A4-2EB358A62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9BF7F-5437-9A42-A250-8158223AB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02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A14C99-4BCC-0246-87A6-BE38D6EA5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5C2576-EFC0-5547-8CB6-2929CD2C6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8C9C4-EAC7-3840-A2CE-DC6A17160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D19D7-0143-ED40-80E1-E2FB3F048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E86DE-2104-A94F-9716-70BC697A7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88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4CEABC-6AFD-5C4C-BE8B-A90543C88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09FDA-5E9C-A948-8EC2-F087E649D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77318-95F6-0247-8E62-9C1268F729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F07C8-1333-1A42-9028-3F4BB35A012A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325B3-AA4B-354C-9AB0-C63681FD04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9984B-2BBA-D04F-8597-32DF4BF47E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53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F4A9B79-3884-BC4D-AB4B-B67B593720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979338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C88B35DF-A803-9C45-83A8-11ED12DB7E08}"/>
              </a:ext>
            </a:extLst>
          </p:cNvPr>
          <p:cNvSpPr/>
          <p:nvPr/>
        </p:nvSpPr>
        <p:spPr>
          <a:xfrm>
            <a:off x="5029200" y="2974848"/>
            <a:ext cx="2133600" cy="21336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0" vert="horz" wrap="square" lIns="140970" tIns="140970" rIns="140970" bIns="140970" numCol="1" spcCol="1270" anchor="ctr" anchorCtr="0">
            <a:no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1452679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CF4810C-26B9-E041-9EFF-637CC3763D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496080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3391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</Words>
  <Application>Microsoft Macintosh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Donald Thompson</dc:creator>
  <cp:lastModifiedBy>Donald Thompson</cp:lastModifiedBy>
  <cp:revision>2</cp:revision>
  <dcterms:created xsi:type="dcterms:W3CDTF">2020-10-19T17:34:54Z</dcterms:created>
  <dcterms:modified xsi:type="dcterms:W3CDTF">2020-10-19T17:50:27Z</dcterms:modified>
</cp:coreProperties>
</file>